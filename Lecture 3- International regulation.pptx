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5" r:id="rId4"/>
    <p:sldMasterId id="2147483789" r:id="rId5"/>
  </p:sldMasterIdLst>
  <p:notesMasterIdLst>
    <p:notesMasterId r:id="rId22"/>
  </p:notesMasterIdLst>
  <p:handoutMasterIdLst>
    <p:handoutMasterId r:id="rId23"/>
  </p:handoutMasterIdLst>
  <p:sldIdLst>
    <p:sldId id="392" r:id="rId6"/>
    <p:sldId id="386" r:id="rId7"/>
    <p:sldId id="575" r:id="rId8"/>
    <p:sldId id="576" r:id="rId9"/>
    <p:sldId id="376" r:id="rId10"/>
    <p:sldId id="380" r:id="rId11"/>
    <p:sldId id="573" r:id="rId12"/>
    <p:sldId id="574" r:id="rId13"/>
    <p:sldId id="382" r:id="rId14"/>
    <p:sldId id="383" r:id="rId15"/>
    <p:sldId id="385" r:id="rId16"/>
    <p:sldId id="378" r:id="rId17"/>
    <p:sldId id="379" r:id="rId18"/>
    <p:sldId id="578" r:id="rId19"/>
    <p:sldId id="577" r:id="rId20"/>
    <p:sldId id="361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1655"/>
    <a:srgbClr val="655A9F"/>
    <a:srgbClr val="00A5C4"/>
    <a:srgbClr val="003956"/>
    <a:srgbClr val="6D1F80"/>
    <a:srgbClr val="E7433C"/>
    <a:srgbClr val="E2007A"/>
    <a:srgbClr val="F9B200"/>
    <a:srgbClr val="EC7404"/>
    <a:srgbClr val="E750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" dt="2026-08-25T15:51:41.6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01" autoAdjust="0"/>
    <p:restoredTop sz="94507"/>
  </p:normalViewPr>
  <p:slideViewPr>
    <p:cSldViewPr snapToGrid="0" snapToObjects="1">
      <p:cViewPr varScale="1">
        <p:scale>
          <a:sx n="59" d="100"/>
          <a:sy n="59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42"/>
    </p:cViewPr>
  </p:sorterViewPr>
  <p:notesViewPr>
    <p:cSldViewPr snapToGrid="0" snapToObjects="1">
      <p:cViewPr varScale="1">
        <p:scale>
          <a:sx n="121" d="100"/>
          <a:sy n="121" d="100"/>
        </p:scale>
        <p:origin x="386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fer Dhafer" userId="42ad58b5a0b79fe0" providerId="Windows Live" clId="Web-{00000000-0000-0000-0000-000000000000}"/>
    <pc:docChg chg="modSld">
      <pc:chgData name="Dhafer Dhafer" userId="42ad58b5a0b79fe0" providerId="Windows Live" clId="Web-{00000000-0000-0000-0000-000000000000}" dt="2026-08-25T15:51:41.687" v="1" actId="20577"/>
      <pc:docMkLst>
        <pc:docMk/>
      </pc:docMkLst>
      <pc:sldChg chg="modSp">
        <pc:chgData name="Dhafer Dhafer" userId="42ad58b5a0b79fe0" providerId="Windows Live" clId="Web-{00000000-0000-0000-0000-000000000000}" dt="2026-08-25T15:49:43.074" v="0" actId="20577"/>
        <pc:sldMkLst>
          <pc:docMk/>
          <pc:sldMk cId="0" sldId="573"/>
        </pc:sldMkLst>
        <pc:spChg chg="mod">
          <ac:chgData name="Dhafer Dhafer" userId="42ad58b5a0b79fe0" providerId="Windows Live" clId="Web-{00000000-0000-0000-0000-000000000000}" dt="2026-08-25T15:49:43.074" v="0" actId="20577"/>
          <ac:spMkLst>
            <pc:docMk/>
            <pc:sldMk cId="0" sldId="573"/>
            <ac:spMk id="9219" creationId="{058E9428-43D5-48B2-BE38-C4C369FFD56D}"/>
          </ac:spMkLst>
        </pc:spChg>
      </pc:sldChg>
      <pc:sldChg chg="modSp">
        <pc:chgData name="Dhafer Dhafer" userId="42ad58b5a0b79fe0" providerId="Windows Live" clId="Web-{00000000-0000-0000-0000-000000000000}" dt="2026-08-25T15:51:41.687" v="1" actId="20577"/>
        <pc:sldMkLst>
          <pc:docMk/>
          <pc:sldMk cId="2030999602" sldId="578"/>
        </pc:sldMkLst>
        <pc:spChg chg="mod">
          <ac:chgData name="Dhafer Dhafer" userId="42ad58b5a0b79fe0" providerId="Windows Live" clId="Web-{00000000-0000-0000-0000-000000000000}" dt="2026-08-25T15:51:41.687" v="1" actId="20577"/>
          <ac:spMkLst>
            <pc:docMk/>
            <pc:sldMk cId="2030999602" sldId="578"/>
            <ac:spMk id="2" creationId="{1512C060-C8D5-DF3E-1325-D62B1B66593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FADCB6B4-6CF2-BD40-AF90-0F6FB944E3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A0FDB9A-156C-864B-AD84-68F1627177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C6BBA-5157-074D-A8B0-8BA7BCA3C1F8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8334F81-5852-374C-AC72-41F205951F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8BAC98-C59F-3E4F-91AF-30E695E3F3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522733-3D75-C44E-AE96-3BCCC5DD4D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6013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CB3E27-6F99-4849-9CA4-865DE23B3679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EF876-BDDC-2244-8F03-5DA869465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2795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2FAB6926-1B53-452D-8B6A-D9ECD2FC52F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5ABF343F-6F82-4BAD-9D97-195E0538D889}" type="slidenum">
              <a:rPr lang="fr-FR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7</a:t>
            </a:fld>
            <a:endParaRPr lang="fr-FR" altLang="fr-FR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1" name="Text Box 1">
            <a:extLst>
              <a:ext uri="{FF2B5EF4-FFF2-40B4-BE49-F238E27FC236}">
                <a16:creationId xmlns:a16="http://schemas.microsoft.com/office/drawing/2014/main" id="{C612B0F1-1E6A-4A93-A9A3-F8F5683F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450" y="793750"/>
            <a:ext cx="4838700" cy="36290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endParaRPr lang="fr-FR" altLang="fr-FR"/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D3068C2F-F97C-443C-A251-55BE9EFF0B6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889000" y="4718050"/>
            <a:ext cx="4891088" cy="44640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4CE13C55-3810-4B1A-8FED-FDE44D06FB5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4B00754F-0E59-4FA0-B328-F2B33E1B47C6}" type="slidenum">
              <a:rPr lang="fr-FR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8</a:t>
            </a:fld>
            <a:endParaRPr lang="fr-FR" altLang="fr-FR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5" name="Rectangle 1">
            <a:extLst>
              <a:ext uri="{FF2B5EF4-FFF2-40B4-BE49-F238E27FC236}">
                <a16:creationId xmlns:a16="http://schemas.microsoft.com/office/drawing/2014/main" id="{B1EECF1F-1A25-48F4-B745-A0EF5492F5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9875" cy="3724275"/>
          </a:xfrm>
          <a:ln/>
        </p:spPr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0A2D8FF1-469B-43ED-BC0D-EF8BD69A15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4718050"/>
            <a:ext cx="4891088" cy="44640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5.jpeg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 -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9494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Marque | Homm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BAD5830-FA49-A74D-A845-C456CF02777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6" name="Sous-titre 2">
            <a:extLst>
              <a:ext uri="{FF2B5EF4-FFF2-40B4-BE49-F238E27FC236}">
                <a16:creationId xmlns:a16="http://schemas.microsoft.com/office/drawing/2014/main" id="{A3939EA5-5F23-FF46-813F-7271B86BB9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E7FE7583-58D8-8040-94EE-6B06C33B4F6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660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Marque | Femm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202984D-AA9C-4D4A-99B8-1F28A8AF297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23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Le monde selon SKEM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57079" y="2346466"/>
            <a:ext cx="3934380" cy="38690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bg1"/>
                </a:solidFill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AT HOME WORLDWIDE*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AD048B8-5487-5448-91BD-13680262723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58210" y="6231834"/>
            <a:ext cx="2475980" cy="361107"/>
          </a:xfrm>
          <a:prstGeom prst="rect">
            <a:avLst/>
          </a:prstGeom>
        </p:spPr>
      </p:pic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C5850FF4-671C-BC48-A0ED-CEF8BE47174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426376" y="2780173"/>
            <a:ext cx="1717617" cy="20479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Police système"/>
              <a:buNone/>
              <a:tabLst/>
              <a:defRPr lang="fr-FR" sz="800" b="0" i="1" u="none" strike="noStrike" smtClean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r>
              <a:rPr lang="fr-FR" dirty="0"/>
              <a:t>* Chez vous, partout dans le monde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8BF6324E-F408-B748-AC2C-0A59FFD253D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1219" y="597308"/>
            <a:ext cx="56261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926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- PGE 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6D78B0A-7630-A34F-BC28-4BFFFDE09F9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476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PGE Alternativ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D17D188-3FC7-4142-B159-6F4F9138954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301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- MSc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4BF0E28-66CB-2940-912D-19F97F8ED5F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11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- MSc Alternativ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967DD33-9948-3648-8931-73D5671645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564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- MS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8E2F3E9-8197-DD42-A7AD-79848956627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9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- BB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4C3D8FCA-0A11-B940-A3D5-CA752726EAC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D28A2C-71A7-BB46-9D25-DF199F3996E9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</p:spTree>
    <p:extLst>
      <p:ext uri="{BB962C8B-B14F-4D97-AF65-F5344CB8AC3E}">
        <p14:creationId xmlns:p14="http://schemas.microsoft.com/office/powerpoint/2010/main" val="1480502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- BBA Alternativ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1BCEA46-A416-7741-8C3F-4DF2DB79526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549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- BBA in IB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2933793-57E3-714B-AC32-22632401727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271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- ESDHEM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6766F3C-3146-3B40-B9FD-B6648F3FF0A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027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- Global Executive MB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51987AA-21C9-914A-AD5E-5676C8E5D98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83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 - Taxe d'Apprentissag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E306726-21E5-7440-9904-5D8F747A2AD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952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- Titre, Sous-Titre,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5A7C392-E053-0D47-88B4-771843F2BB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57573" y="6231834"/>
            <a:ext cx="2476617" cy="361107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EA88040A-34EF-7543-A5E6-C4639865C9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673046"/>
            <a:ext cx="10460420" cy="693299"/>
          </a:xfrm>
          <a:prstGeom prst="rect">
            <a:avLst/>
          </a:prstGeom>
        </p:spPr>
        <p:txBody>
          <a:bodyPr anchor="b"/>
          <a:lstStyle>
            <a:lvl1pPr algn="l">
              <a:defRPr sz="4000" b="0" i="0">
                <a:solidFill>
                  <a:srgbClr val="E7433C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0A045B6-811A-AE4C-B6C0-5F09179107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582" y="2255761"/>
            <a:ext cx="10460038" cy="355862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latin typeface="+mn-lt"/>
              </a:defRPr>
            </a:lvl1pPr>
          </a:lstStyle>
          <a:p>
            <a:r>
              <a:rPr lang="fr-FR" dirty="0"/>
              <a:t>Et est </a:t>
            </a:r>
            <a:r>
              <a:rPr lang="fr-FR" dirty="0" err="1"/>
              <a:t>admodum</a:t>
            </a:r>
            <a:r>
              <a:rPr lang="fr-FR" dirty="0"/>
              <a:t> </a:t>
            </a:r>
            <a:r>
              <a:rPr lang="fr-FR" dirty="0" err="1"/>
              <a:t>mirum</a:t>
            </a:r>
            <a:r>
              <a:rPr lang="fr-FR" dirty="0"/>
              <a:t> </a:t>
            </a:r>
            <a:r>
              <a:rPr lang="fr-FR" dirty="0" err="1"/>
              <a:t>videre</a:t>
            </a:r>
            <a:r>
              <a:rPr lang="fr-FR" dirty="0"/>
              <a:t> </a:t>
            </a:r>
            <a:r>
              <a:rPr lang="fr-FR" dirty="0" err="1"/>
              <a:t>plebem</a:t>
            </a:r>
            <a:r>
              <a:rPr lang="fr-FR" dirty="0"/>
              <a:t> </a:t>
            </a:r>
            <a:r>
              <a:rPr lang="fr-FR" dirty="0" err="1"/>
              <a:t>innumeram</a:t>
            </a:r>
            <a:r>
              <a:rPr lang="fr-FR" dirty="0"/>
              <a:t> </a:t>
            </a:r>
            <a:r>
              <a:rPr lang="fr-FR" dirty="0" err="1"/>
              <a:t>mentibus</a:t>
            </a:r>
            <a:r>
              <a:rPr lang="fr-FR" dirty="0"/>
              <a:t> </a:t>
            </a:r>
            <a:r>
              <a:rPr lang="fr-FR" dirty="0" err="1"/>
              <a:t>ardore</a:t>
            </a:r>
            <a:r>
              <a:rPr lang="fr-FR" dirty="0"/>
              <a:t> </a:t>
            </a:r>
            <a:r>
              <a:rPr lang="fr-FR" dirty="0" err="1"/>
              <a:t>quodam</a:t>
            </a:r>
            <a:r>
              <a:rPr lang="fr-FR" dirty="0"/>
              <a:t> </a:t>
            </a:r>
            <a:r>
              <a:rPr lang="fr-FR" dirty="0" err="1"/>
              <a:t>infuso</a:t>
            </a:r>
            <a:r>
              <a:rPr lang="fr-FR" dirty="0"/>
              <a:t> cum </a:t>
            </a:r>
            <a:r>
              <a:rPr lang="fr-FR" dirty="0" err="1"/>
              <a:t>dimicationum</a:t>
            </a:r>
            <a:r>
              <a:rPr lang="fr-FR" dirty="0"/>
              <a:t> </a:t>
            </a:r>
            <a:r>
              <a:rPr lang="fr-FR" dirty="0" err="1"/>
              <a:t>curulium</a:t>
            </a:r>
            <a:r>
              <a:rPr lang="fr-FR" dirty="0"/>
              <a:t> </a:t>
            </a:r>
            <a:r>
              <a:rPr lang="fr-FR" dirty="0" err="1"/>
              <a:t>eventu</a:t>
            </a:r>
            <a:r>
              <a:rPr lang="fr-FR" dirty="0"/>
              <a:t> </a:t>
            </a:r>
            <a:r>
              <a:rPr lang="fr-FR" dirty="0" err="1"/>
              <a:t>pendentem</a:t>
            </a:r>
            <a:r>
              <a:rPr lang="fr-FR" dirty="0"/>
              <a:t>. </a:t>
            </a:r>
            <a:r>
              <a:rPr lang="fr-FR" dirty="0" err="1"/>
              <a:t>haec</a:t>
            </a:r>
            <a:r>
              <a:rPr lang="fr-FR" dirty="0"/>
              <a:t> </a:t>
            </a:r>
            <a:r>
              <a:rPr lang="fr-FR" dirty="0" err="1"/>
              <a:t>similiaque</a:t>
            </a:r>
            <a:r>
              <a:rPr lang="fr-FR" dirty="0"/>
              <a:t> </a:t>
            </a:r>
            <a:r>
              <a:rPr lang="fr-FR" dirty="0" err="1"/>
              <a:t>memorabile</a:t>
            </a:r>
            <a:r>
              <a:rPr lang="fr-FR" dirty="0"/>
              <a:t> nihil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serium</a:t>
            </a:r>
            <a:r>
              <a:rPr lang="fr-FR" dirty="0"/>
              <a:t> agi </a:t>
            </a:r>
            <a:r>
              <a:rPr lang="fr-FR" dirty="0" err="1"/>
              <a:t>Romae</a:t>
            </a:r>
            <a:r>
              <a:rPr lang="fr-FR" dirty="0"/>
              <a:t> </a:t>
            </a:r>
            <a:r>
              <a:rPr lang="fr-FR" dirty="0" err="1"/>
              <a:t>permittunt</a:t>
            </a:r>
            <a:r>
              <a:rPr lang="fr-FR" dirty="0"/>
              <a:t>. ergo </a:t>
            </a:r>
            <a:r>
              <a:rPr lang="fr-FR" dirty="0" err="1"/>
              <a:t>redeundum</a:t>
            </a:r>
            <a:r>
              <a:rPr lang="fr-FR" dirty="0"/>
              <a:t> ad </a:t>
            </a:r>
            <a:r>
              <a:rPr lang="fr-FR" dirty="0" err="1"/>
              <a:t>textum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BE4A9908-5A7B-D440-9B35-A539D12846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610139"/>
            <a:ext cx="10460038" cy="4071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latin typeface="+mn-lt"/>
              </a:defRPr>
            </a:lvl1pPr>
          </a:lstStyle>
          <a:p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4283120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 - Titre, Texte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673046"/>
            <a:ext cx="5471159" cy="693299"/>
          </a:xfrm>
          <a:prstGeom prst="rect">
            <a:avLst/>
          </a:prstGeom>
        </p:spPr>
        <p:txBody>
          <a:bodyPr anchor="b"/>
          <a:lstStyle>
            <a:lvl1pPr algn="l">
              <a:defRPr sz="4000" b="0" i="0">
                <a:solidFill>
                  <a:srgbClr val="E7433C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035C743-0703-3748-A1C1-168E05AE3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5078" y="0"/>
            <a:ext cx="4906922" cy="6858000"/>
          </a:xfrm>
          <a:prstGeom prst="rect">
            <a:avLst/>
          </a:prstGeom>
        </p:spPr>
      </p:pic>
      <p:sp>
        <p:nvSpPr>
          <p:cNvPr id="6" name="Espace réservé du texte 6">
            <a:extLst>
              <a:ext uri="{FF2B5EF4-FFF2-40B4-BE49-F238E27FC236}">
                <a16:creationId xmlns:a16="http://schemas.microsoft.com/office/drawing/2014/main" id="{D1CE5B26-7831-6F44-B695-DE0621439F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649685"/>
            <a:ext cx="5471159" cy="453526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latin typeface="+mn-lt"/>
              </a:defRPr>
            </a:lvl1pPr>
          </a:lstStyle>
          <a:p>
            <a:r>
              <a:rPr lang="fr-FR" dirty="0"/>
              <a:t>Et est </a:t>
            </a:r>
            <a:r>
              <a:rPr lang="fr-FR" dirty="0" err="1"/>
              <a:t>admodum</a:t>
            </a:r>
            <a:r>
              <a:rPr lang="fr-FR" dirty="0"/>
              <a:t> </a:t>
            </a:r>
            <a:r>
              <a:rPr lang="fr-FR" dirty="0" err="1"/>
              <a:t>mirum</a:t>
            </a:r>
            <a:r>
              <a:rPr lang="fr-FR" dirty="0"/>
              <a:t> </a:t>
            </a:r>
            <a:r>
              <a:rPr lang="fr-FR" dirty="0" err="1"/>
              <a:t>videre</a:t>
            </a:r>
            <a:r>
              <a:rPr lang="fr-FR" dirty="0"/>
              <a:t> </a:t>
            </a:r>
            <a:r>
              <a:rPr lang="fr-FR" dirty="0" err="1"/>
              <a:t>plebem</a:t>
            </a:r>
            <a:r>
              <a:rPr lang="fr-FR" dirty="0"/>
              <a:t> </a:t>
            </a:r>
            <a:r>
              <a:rPr lang="fr-FR" dirty="0" err="1"/>
              <a:t>innumeram</a:t>
            </a:r>
            <a:r>
              <a:rPr lang="fr-FR" dirty="0"/>
              <a:t> </a:t>
            </a:r>
            <a:r>
              <a:rPr lang="fr-FR" dirty="0" err="1"/>
              <a:t>mentibus</a:t>
            </a:r>
            <a:r>
              <a:rPr lang="fr-FR" dirty="0"/>
              <a:t> </a:t>
            </a:r>
            <a:r>
              <a:rPr lang="fr-FR" dirty="0" err="1"/>
              <a:t>ardore</a:t>
            </a:r>
            <a:r>
              <a:rPr lang="fr-FR" dirty="0"/>
              <a:t> </a:t>
            </a:r>
            <a:r>
              <a:rPr lang="fr-FR" dirty="0" err="1"/>
              <a:t>quodam</a:t>
            </a:r>
            <a:r>
              <a:rPr lang="fr-FR" dirty="0"/>
              <a:t> </a:t>
            </a:r>
            <a:r>
              <a:rPr lang="fr-FR" dirty="0" err="1"/>
              <a:t>infuso</a:t>
            </a:r>
            <a:r>
              <a:rPr lang="fr-FR" dirty="0"/>
              <a:t> cum </a:t>
            </a:r>
            <a:r>
              <a:rPr lang="fr-FR" dirty="0" err="1"/>
              <a:t>dimicationum</a:t>
            </a:r>
            <a:r>
              <a:rPr lang="fr-FR" dirty="0"/>
              <a:t> </a:t>
            </a:r>
            <a:r>
              <a:rPr lang="fr-FR" dirty="0" err="1"/>
              <a:t>curulium</a:t>
            </a:r>
            <a:r>
              <a:rPr lang="fr-FR" dirty="0"/>
              <a:t> </a:t>
            </a:r>
            <a:r>
              <a:rPr lang="fr-FR" dirty="0" err="1"/>
              <a:t>eventu</a:t>
            </a:r>
            <a:r>
              <a:rPr lang="fr-FR" dirty="0"/>
              <a:t> </a:t>
            </a:r>
            <a:r>
              <a:rPr lang="fr-FR" dirty="0" err="1"/>
              <a:t>pendentem</a:t>
            </a:r>
            <a:r>
              <a:rPr lang="fr-FR" dirty="0"/>
              <a:t>. </a:t>
            </a:r>
            <a:r>
              <a:rPr lang="fr-FR" dirty="0" err="1"/>
              <a:t>haec</a:t>
            </a:r>
            <a:r>
              <a:rPr lang="fr-FR" dirty="0"/>
              <a:t> </a:t>
            </a:r>
            <a:r>
              <a:rPr lang="fr-FR" dirty="0" err="1"/>
              <a:t>similiaque</a:t>
            </a:r>
            <a:r>
              <a:rPr lang="fr-FR" dirty="0"/>
              <a:t> </a:t>
            </a:r>
            <a:r>
              <a:rPr lang="fr-FR" dirty="0" err="1"/>
              <a:t>memorabile</a:t>
            </a:r>
            <a:r>
              <a:rPr lang="fr-FR" dirty="0"/>
              <a:t> nihil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serium</a:t>
            </a:r>
            <a:r>
              <a:rPr lang="fr-FR" dirty="0"/>
              <a:t> agi </a:t>
            </a:r>
            <a:r>
              <a:rPr lang="fr-FR" dirty="0" err="1"/>
              <a:t>Romae</a:t>
            </a:r>
            <a:r>
              <a:rPr lang="fr-FR" dirty="0"/>
              <a:t> </a:t>
            </a:r>
            <a:r>
              <a:rPr lang="fr-FR" dirty="0" err="1"/>
              <a:t>permittunt</a:t>
            </a:r>
            <a:r>
              <a:rPr lang="fr-F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390593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 - Titre, Sous-Titre,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947DBB5-5049-4248-ADB9-9AC88BFEA7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57573" y="6231834"/>
            <a:ext cx="2476617" cy="361107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42618518-0E9B-3B49-84C3-85611A8AB9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673046"/>
            <a:ext cx="10460420" cy="693299"/>
          </a:xfrm>
          <a:prstGeom prst="rect">
            <a:avLst/>
          </a:prstGeom>
        </p:spPr>
        <p:txBody>
          <a:bodyPr anchor="b"/>
          <a:lstStyle>
            <a:lvl1pPr algn="l">
              <a:defRPr sz="4000" b="0" i="0">
                <a:solidFill>
                  <a:srgbClr val="E7433C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83093298-ED4B-1D44-B2C6-FA95A567A4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451113"/>
            <a:ext cx="10460038" cy="4071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latin typeface="+mn-lt"/>
              </a:defRPr>
            </a:lvl1pPr>
          </a:lstStyle>
          <a:p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1559586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 - Titre, Sous-Titre, Liste à 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673046"/>
            <a:ext cx="10460420" cy="693299"/>
          </a:xfrm>
          <a:prstGeom prst="rect">
            <a:avLst/>
          </a:prstGeom>
        </p:spPr>
        <p:txBody>
          <a:bodyPr anchor="b"/>
          <a:lstStyle>
            <a:lvl1pPr algn="l">
              <a:defRPr sz="4000" b="0" i="0">
                <a:solidFill>
                  <a:srgbClr val="E7433C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FC0775-8620-EE4F-88DE-975F32B293A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1499969"/>
            <a:ext cx="10460421" cy="4969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7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Sous-titre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9E852EF-3DB5-4C41-96D3-7895BBE7CA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8" y="2130588"/>
            <a:ext cx="10460419" cy="405436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Police système"/>
              <a:buChar char="▸"/>
              <a:tabLst/>
              <a:defRPr sz="1800">
                <a:latin typeface="+mn-lt"/>
              </a:defRPr>
            </a:lvl1pPr>
            <a:lvl2pPr marL="742950" indent="-285750">
              <a:buFont typeface="Police système"/>
              <a:buChar char="▸"/>
              <a:defRPr sz="1800">
                <a:latin typeface="+mn-lt"/>
              </a:defRPr>
            </a:lvl2pPr>
            <a:lvl3pPr marL="1200150" indent="-285750">
              <a:buFont typeface="Police système"/>
              <a:buChar char="▸"/>
              <a:defRPr sz="1800">
                <a:latin typeface="+mn-lt"/>
              </a:defRPr>
            </a:lvl3pPr>
          </a:lstStyle>
          <a:p>
            <a:r>
              <a:rPr lang="fr-FR" dirty="0"/>
              <a:t>Texte 1</a:t>
            </a:r>
          </a:p>
          <a:p>
            <a:pPr lvl="1"/>
            <a:r>
              <a:rPr lang="fr-FR" dirty="0"/>
              <a:t>Texte 1.1</a:t>
            </a:r>
          </a:p>
          <a:p>
            <a:pPr lvl="2"/>
            <a:r>
              <a:rPr lang="fr-FR" dirty="0"/>
              <a:t>Texte 1.1.1</a:t>
            </a:r>
          </a:p>
          <a:p>
            <a:pPr lvl="2"/>
            <a:endParaRPr lang="fr-FR" dirty="0"/>
          </a:p>
          <a:p>
            <a:r>
              <a:rPr lang="fr-FR" dirty="0"/>
              <a:t>Texte 2</a:t>
            </a:r>
          </a:p>
          <a:p>
            <a:pPr lvl="1"/>
            <a:r>
              <a:rPr lang="fr-FR" dirty="0"/>
              <a:t>Texte 2.1</a:t>
            </a:r>
          </a:p>
          <a:p>
            <a:pPr lvl="2"/>
            <a:r>
              <a:rPr lang="fr-FR" dirty="0"/>
              <a:t>Texte 2.1.1</a:t>
            </a:r>
          </a:p>
        </p:txBody>
      </p:sp>
    </p:spTree>
    <p:extLst>
      <p:ext uri="{BB962C8B-B14F-4D97-AF65-F5344CB8AC3E}">
        <p14:creationId xmlns:p14="http://schemas.microsoft.com/office/powerpoint/2010/main" val="36432338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 - Titre, Sous-Titre, Listes à puces, Paragrap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673046"/>
            <a:ext cx="10460420" cy="693299"/>
          </a:xfrm>
          <a:prstGeom prst="rect">
            <a:avLst/>
          </a:prstGeom>
        </p:spPr>
        <p:txBody>
          <a:bodyPr anchor="b"/>
          <a:lstStyle>
            <a:lvl1pPr algn="l">
              <a:defRPr sz="4000" b="0" i="0">
                <a:solidFill>
                  <a:srgbClr val="E7433C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03A7F9CA-B62E-6E4D-AFAF-143A59C1C0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610139"/>
            <a:ext cx="10460038" cy="4071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+mn-lt"/>
              </a:defRPr>
            </a:lvl1pPr>
          </a:lstStyle>
          <a:p>
            <a:r>
              <a:rPr lang="fr-FR" dirty="0"/>
              <a:t>Sous-Titre</a:t>
            </a:r>
          </a:p>
        </p:txBody>
      </p:sp>
      <p:sp>
        <p:nvSpPr>
          <p:cNvPr id="9" name="Espace réservé du texte 5">
            <a:extLst>
              <a:ext uri="{FF2B5EF4-FFF2-40B4-BE49-F238E27FC236}">
                <a16:creationId xmlns:a16="http://schemas.microsoft.com/office/drawing/2014/main" id="{A20CA8D8-930F-3849-B56B-B17F8AD8C6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8" y="2130589"/>
            <a:ext cx="10460419" cy="1298412"/>
          </a:xfrm>
          <a:prstGeom prst="rect">
            <a:avLst/>
          </a:prstGeom>
        </p:spPr>
        <p:txBody>
          <a:bodyPr/>
          <a:lstStyle>
            <a:lvl1pPr marL="285750" indent="-285750">
              <a:buFont typeface="Police système"/>
              <a:buChar char="▸"/>
              <a:defRPr sz="1800">
                <a:latin typeface="+mn-lt"/>
              </a:defRPr>
            </a:lvl1pPr>
            <a:lvl2pPr marL="800100" indent="-342900">
              <a:buFont typeface="Police système"/>
              <a:buChar char="▸"/>
              <a:defRPr sz="1800">
                <a:latin typeface="+mn-lt"/>
              </a:defRPr>
            </a:lvl2pPr>
            <a:lvl3pPr marL="1143000" indent="-228600">
              <a:buFont typeface="Police système"/>
              <a:buChar char="▸"/>
              <a:defRPr sz="1800">
                <a:latin typeface="+mn-lt"/>
              </a:defRPr>
            </a:lvl3pPr>
          </a:lstStyle>
          <a:p>
            <a:r>
              <a:rPr lang="fr-FR" dirty="0"/>
              <a:t>Texte 1</a:t>
            </a:r>
          </a:p>
          <a:p>
            <a:pPr lvl="1"/>
            <a:r>
              <a:rPr lang="fr-FR" dirty="0"/>
              <a:t>Texte 2</a:t>
            </a:r>
          </a:p>
          <a:p>
            <a:pPr lvl="2"/>
            <a:r>
              <a:rPr lang="fr-FR" dirty="0"/>
              <a:t>Texte 3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6B23CD97-8AE7-9C47-8690-67D1B29B9E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7821" y="3641034"/>
            <a:ext cx="10460038" cy="4071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+mn-lt"/>
              </a:defRPr>
            </a:lvl1pPr>
          </a:lstStyle>
          <a:p>
            <a:r>
              <a:rPr lang="fr-FR" dirty="0"/>
              <a:t>Sous-Titre</a:t>
            </a:r>
          </a:p>
        </p:txBody>
      </p:sp>
      <p:sp>
        <p:nvSpPr>
          <p:cNvPr id="12" name="Espace réservé du texte 5">
            <a:extLst>
              <a:ext uri="{FF2B5EF4-FFF2-40B4-BE49-F238E27FC236}">
                <a16:creationId xmlns:a16="http://schemas.microsoft.com/office/drawing/2014/main" id="{F96BB592-7623-E042-BE81-EE594725CC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7819" y="4161483"/>
            <a:ext cx="10460419" cy="2161355"/>
          </a:xfrm>
          <a:prstGeom prst="rect">
            <a:avLst/>
          </a:prstGeom>
        </p:spPr>
        <p:txBody>
          <a:bodyPr/>
          <a:lstStyle>
            <a:lvl1pPr marL="0" indent="0">
              <a:buFont typeface="Police système"/>
              <a:buNone/>
              <a:defRPr sz="1800">
                <a:latin typeface="+mn-lt"/>
              </a:defRPr>
            </a:lvl1pPr>
          </a:lstStyle>
          <a:p>
            <a:r>
              <a:rPr lang="fr-FR" dirty="0"/>
              <a:t>Paragraphe 1</a:t>
            </a:r>
          </a:p>
          <a:p>
            <a:r>
              <a:rPr lang="fr-FR" dirty="0"/>
              <a:t>Paragraphe 2</a:t>
            </a:r>
          </a:p>
          <a:p>
            <a:r>
              <a:rPr lang="fr-FR" dirty="0"/>
              <a:t>Paragraphe 3</a:t>
            </a:r>
          </a:p>
        </p:txBody>
      </p:sp>
    </p:spTree>
    <p:extLst>
      <p:ext uri="{BB962C8B-B14F-4D97-AF65-F5344CB8AC3E}">
        <p14:creationId xmlns:p14="http://schemas.microsoft.com/office/powerpoint/2010/main" val="19852063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 - Dégradé Marque,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F8DF3-73BB-154A-90BB-F7CBB22A62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000">
                <a:srgbClr val="B8012D"/>
              </a:gs>
              <a:gs pos="100000">
                <a:srgbClr val="E7433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0799" y="3037466"/>
            <a:ext cx="7890402" cy="783068"/>
          </a:xfrm>
          <a:prstGeom prst="rect">
            <a:avLst/>
          </a:prstGeom>
        </p:spPr>
        <p:txBody>
          <a:bodyPr anchor="b"/>
          <a:lstStyle>
            <a:lvl1pPr algn="ctr">
              <a:defRPr sz="4000" b="0" i="0">
                <a:solidFill>
                  <a:schemeClr val="bg1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8008369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 - Dégradé ESDHEM,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F8DF3-73BB-154A-90BB-F7CBB22A62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000">
                <a:srgbClr val="E42D33"/>
              </a:gs>
              <a:gs pos="100000">
                <a:srgbClr val="E7501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0799" y="3037466"/>
            <a:ext cx="7890402" cy="783068"/>
          </a:xfrm>
          <a:prstGeom prst="rect">
            <a:avLst/>
          </a:prstGeom>
        </p:spPr>
        <p:txBody>
          <a:bodyPr anchor="b"/>
          <a:lstStyle>
            <a:lvl1pPr algn="ctr">
              <a:defRPr sz="4000" b="0" i="0">
                <a:solidFill>
                  <a:schemeClr val="bg1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30048744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 - Dégradé BBA,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F8DF3-73BB-154A-90BB-F7CBB22A62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000">
                <a:srgbClr val="EC7404"/>
              </a:gs>
              <a:gs pos="100000">
                <a:srgbClr val="F9B20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0799" y="3037466"/>
            <a:ext cx="7890402" cy="783068"/>
          </a:xfrm>
          <a:prstGeom prst="rect">
            <a:avLst/>
          </a:prstGeom>
        </p:spPr>
        <p:txBody>
          <a:bodyPr anchor="b"/>
          <a:lstStyle>
            <a:lvl1pPr algn="ctr">
              <a:defRPr sz="4000" b="0" i="0">
                <a:solidFill>
                  <a:schemeClr val="bg1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6365113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 - Dégradé PGE,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F8DF3-73BB-154A-90BB-F7CBB22A6272}"/>
              </a:ext>
            </a:extLst>
          </p:cNvPr>
          <p:cNvSpPr/>
          <p:nvPr userDrawn="1"/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000">
                <a:srgbClr val="E2007A"/>
              </a:gs>
              <a:gs pos="100000">
                <a:srgbClr val="E7433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0799" y="3037466"/>
            <a:ext cx="7890402" cy="783068"/>
          </a:xfrm>
          <a:prstGeom prst="rect">
            <a:avLst/>
          </a:prstGeom>
        </p:spPr>
        <p:txBody>
          <a:bodyPr anchor="b"/>
          <a:lstStyle>
            <a:lvl1pPr algn="ctr">
              <a:defRPr sz="4000" b="0" i="0">
                <a:solidFill>
                  <a:schemeClr val="bg1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1754152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 - Dégradé MSc,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F8DF3-73BB-154A-90BB-F7CBB22A62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000">
                <a:srgbClr val="E7433C"/>
              </a:gs>
              <a:gs pos="100000">
                <a:srgbClr val="6D1F8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0799" y="3037466"/>
            <a:ext cx="7890402" cy="783068"/>
          </a:xfrm>
          <a:prstGeom prst="rect">
            <a:avLst/>
          </a:prstGeom>
        </p:spPr>
        <p:txBody>
          <a:bodyPr anchor="b"/>
          <a:lstStyle>
            <a:lvl1pPr algn="ctr">
              <a:defRPr sz="4000" b="0" i="0">
                <a:solidFill>
                  <a:schemeClr val="bg1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34886168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 - Dégradé MS,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F8DF3-73BB-154A-90BB-F7CBB22A62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0000">
                <a:srgbClr val="20AE9A"/>
              </a:gs>
              <a:gs pos="9000">
                <a:srgbClr val="371253"/>
              </a:gs>
              <a:gs pos="100000">
                <a:srgbClr val="A3D2B6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0799" y="3037466"/>
            <a:ext cx="7890402" cy="783068"/>
          </a:xfrm>
          <a:prstGeom prst="rect">
            <a:avLst/>
          </a:prstGeom>
        </p:spPr>
        <p:txBody>
          <a:bodyPr anchor="b"/>
          <a:lstStyle>
            <a:lvl1pPr algn="ctr">
              <a:defRPr sz="4000" b="0" i="0">
                <a:solidFill>
                  <a:schemeClr val="bg1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29191726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 - Dégradé EXEC,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F8DF3-73BB-154A-90BB-F7CBB22A62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000">
                <a:srgbClr val="003956"/>
              </a:gs>
              <a:gs pos="100000">
                <a:srgbClr val="00A5C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0799" y="3037466"/>
            <a:ext cx="7890402" cy="783068"/>
          </a:xfrm>
          <a:prstGeom prst="rect">
            <a:avLst/>
          </a:prstGeom>
        </p:spPr>
        <p:txBody>
          <a:bodyPr anchor="b"/>
          <a:lstStyle>
            <a:lvl1pPr algn="ctr">
              <a:defRPr sz="4000" b="0" i="0">
                <a:solidFill>
                  <a:schemeClr val="bg1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1422059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 - Dégradé PhD/DBA,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F8DF3-73BB-154A-90BB-F7CBB22A62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000">
                <a:srgbClr val="655A9F"/>
              </a:gs>
              <a:gs pos="100000">
                <a:srgbClr val="0E1655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0799" y="3037466"/>
            <a:ext cx="7890402" cy="783068"/>
          </a:xfrm>
          <a:prstGeom prst="rect">
            <a:avLst/>
          </a:prstGeom>
        </p:spPr>
        <p:txBody>
          <a:bodyPr anchor="b"/>
          <a:lstStyle>
            <a:lvl1pPr algn="ctr">
              <a:defRPr sz="4000" b="0" i="0">
                <a:solidFill>
                  <a:schemeClr val="bg1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19406978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 - Speaker, Fonction, Dégradé Mar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F8DF3-73BB-154A-90BB-F7CBB22A62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000">
                <a:srgbClr val="B8012D"/>
              </a:gs>
              <a:gs pos="100000">
                <a:srgbClr val="E7433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0799" y="1970666"/>
            <a:ext cx="7890402" cy="783068"/>
          </a:xfrm>
          <a:prstGeom prst="rect">
            <a:avLst/>
          </a:prstGeom>
        </p:spPr>
        <p:txBody>
          <a:bodyPr anchor="b"/>
          <a:lstStyle>
            <a:lvl1pPr algn="ctr">
              <a:defRPr sz="4000" b="0" i="0">
                <a:solidFill>
                  <a:schemeClr val="bg1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DR. ALICE GUILHON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B20996C-2C09-CB40-9333-D014546AB4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50799" y="2892909"/>
            <a:ext cx="7889875" cy="42676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FR" dirty="0"/>
              <a:t>Directrice Générale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C525BF39-6F57-4247-AFD3-304F4E0022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50799" y="3324950"/>
            <a:ext cx="7889875" cy="42676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Dean</a:t>
            </a:r>
          </a:p>
        </p:txBody>
      </p:sp>
    </p:spTree>
    <p:extLst>
      <p:ext uri="{BB962C8B-B14F-4D97-AF65-F5344CB8AC3E}">
        <p14:creationId xmlns:p14="http://schemas.microsoft.com/office/powerpoint/2010/main" val="21304312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 - Speaker, Fonction, Dégradé P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B7F1E1-E3AE-D144-85A5-0CE70FA3D120}"/>
              </a:ext>
            </a:extLst>
          </p:cNvPr>
          <p:cNvSpPr/>
          <p:nvPr userDrawn="1"/>
        </p:nvSpPr>
        <p:spPr>
          <a:xfrm rot="10800000">
            <a:off x="-264" y="0"/>
            <a:ext cx="12192000" cy="6858000"/>
          </a:xfrm>
          <a:prstGeom prst="rect">
            <a:avLst/>
          </a:prstGeom>
          <a:gradFill flip="none" rotWithShape="1">
            <a:gsLst>
              <a:gs pos="9000">
                <a:srgbClr val="E2007A"/>
              </a:gs>
              <a:gs pos="100000">
                <a:srgbClr val="E7433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0799" y="1970666"/>
            <a:ext cx="7890402" cy="783068"/>
          </a:xfrm>
          <a:prstGeom prst="rect">
            <a:avLst/>
          </a:prstGeom>
        </p:spPr>
        <p:txBody>
          <a:bodyPr anchor="b"/>
          <a:lstStyle>
            <a:lvl1pPr algn="ctr">
              <a:defRPr sz="4000" b="0" i="0">
                <a:solidFill>
                  <a:schemeClr val="bg1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DR. SOPHIE GAY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B20996C-2C09-CB40-9333-D014546AB4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50799" y="2892909"/>
            <a:ext cx="7889875" cy="42676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FR" dirty="0"/>
              <a:t>Directrice du Programme Grande École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C525BF39-6F57-4247-AFD3-304F4E0022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50799" y="3324950"/>
            <a:ext cx="7889875" cy="42676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Grande École Programme Director</a:t>
            </a:r>
          </a:p>
        </p:txBody>
      </p:sp>
    </p:spTree>
    <p:extLst>
      <p:ext uri="{BB962C8B-B14F-4D97-AF65-F5344CB8AC3E}">
        <p14:creationId xmlns:p14="http://schemas.microsoft.com/office/powerpoint/2010/main" val="13456712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 - Speaker, Fonction, Dégradé EXE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204D93-06FC-1B40-A084-9A29F9BE329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000">
                <a:srgbClr val="003956"/>
              </a:gs>
              <a:gs pos="100000">
                <a:srgbClr val="00A5C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0799" y="1970666"/>
            <a:ext cx="7890402" cy="783068"/>
          </a:xfrm>
          <a:prstGeom prst="rect">
            <a:avLst/>
          </a:prstGeom>
        </p:spPr>
        <p:txBody>
          <a:bodyPr anchor="b"/>
          <a:lstStyle>
            <a:lvl1pPr algn="ctr">
              <a:defRPr sz="4000" b="0" i="0">
                <a:solidFill>
                  <a:schemeClr val="bg1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DR. ANKE MIDDELMANN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B20996C-2C09-CB40-9333-D014546AB4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50799" y="2892909"/>
            <a:ext cx="7889875" cy="42676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FR" dirty="0"/>
              <a:t>Directrice du Global Executive MBA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C525BF39-6F57-4247-AFD3-304F4E0022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50799" y="3324950"/>
            <a:ext cx="7889875" cy="42676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Global Executive MBA director</a:t>
            </a:r>
          </a:p>
        </p:txBody>
      </p:sp>
    </p:spTree>
    <p:extLst>
      <p:ext uri="{BB962C8B-B14F-4D97-AF65-F5344CB8AC3E}">
        <p14:creationId xmlns:p14="http://schemas.microsoft.com/office/powerpoint/2010/main" val="33994636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 - Citation/Accro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F8DF3-73BB-154A-90BB-F7CBB22A62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000">
                <a:srgbClr val="B8012D"/>
              </a:gs>
              <a:gs pos="100000">
                <a:srgbClr val="E7433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41418" y="1787237"/>
            <a:ext cx="5621601" cy="368530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sz="2300" b="0" i="0" u="none" strike="noStrike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Et est </a:t>
            </a:r>
            <a:r>
              <a:rPr lang="fr-FR" dirty="0" err="1"/>
              <a:t>admodum</a:t>
            </a:r>
            <a:r>
              <a:rPr lang="fr-FR" dirty="0"/>
              <a:t> </a:t>
            </a:r>
            <a:r>
              <a:rPr lang="fr-FR" dirty="0" err="1"/>
              <a:t>mirum</a:t>
            </a:r>
            <a:r>
              <a:rPr lang="fr-FR" dirty="0"/>
              <a:t> </a:t>
            </a:r>
            <a:r>
              <a:rPr lang="fr-FR" dirty="0" err="1"/>
              <a:t>videre</a:t>
            </a:r>
            <a:r>
              <a:rPr lang="fr-FR" dirty="0"/>
              <a:t> </a:t>
            </a:r>
            <a:r>
              <a:rPr lang="fr-FR" dirty="0" err="1"/>
              <a:t>plebem</a:t>
            </a:r>
            <a:r>
              <a:rPr lang="fr-FR" dirty="0"/>
              <a:t> </a:t>
            </a:r>
            <a:r>
              <a:rPr lang="fr-FR" dirty="0" err="1"/>
              <a:t>innumeram</a:t>
            </a:r>
            <a:r>
              <a:rPr lang="fr-FR" dirty="0"/>
              <a:t> </a:t>
            </a:r>
            <a:r>
              <a:rPr lang="fr-FR" dirty="0" err="1"/>
              <a:t>mentibus</a:t>
            </a:r>
            <a:r>
              <a:rPr lang="fr-FR" dirty="0"/>
              <a:t> </a:t>
            </a:r>
            <a:r>
              <a:rPr lang="fr-FR" dirty="0" err="1"/>
              <a:t>ardore</a:t>
            </a:r>
            <a:r>
              <a:rPr lang="fr-FR" dirty="0"/>
              <a:t> </a:t>
            </a:r>
            <a:r>
              <a:rPr lang="fr-FR" dirty="0" err="1"/>
              <a:t>quodam</a:t>
            </a:r>
            <a:r>
              <a:rPr lang="fr-FR" dirty="0"/>
              <a:t> </a:t>
            </a:r>
            <a:r>
              <a:rPr lang="fr-FR" dirty="0" err="1"/>
              <a:t>infuso</a:t>
            </a:r>
            <a:r>
              <a:rPr lang="fr-FR" dirty="0"/>
              <a:t> cum </a:t>
            </a:r>
            <a:r>
              <a:rPr lang="fr-FR" dirty="0" err="1"/>
              <a:t>dimicationum</a:t>
            </a:r>
            <a:r>
              <a:rPr lang="fr-FR" dirty="0"/>
              <a:t> </a:t>
            </a:r>
            <a:r>
              <a:rPr lang="fr-FR" dirty="0" err="1"/>
              <a:t>curulium</a:t>
            </a:r>
            <a:r>
              <a:rPr lang="fr-FR" dirty="0"/>
              <a:t> </a:t>
            </a:r>
            <a:r>
              <a:rPr lang="fr-FR" dirty="0" err="1"/>
              <a:t>eventu</a:t>
            </a:r>
            <a:r>
              <a:rPr lang="fr-FR" dirty="0"/>
              <a:t> </a:t>
            </a:r>
            <a:r>
              <a:rPr lang="fr-FR" dirty="0" err="1"/>
              <a:t>pendentem</a:t>
            </a:r>
            <a:r>
              <a:rPr lang="fr-FR" dirty="0"/>
              <a:t>. </a:t>
            </a:r>
            <a:r>
              <a:rPr lang="fr-FR" dirty="0" err="1"/>
              <a:t>haec</a:t>
            </a:r>
            <a:r>
              <a:rPr lang="fr-FR" dirty="0"/>
              <a:t> </a:t>
            </a:r>
            <a:r>
              <a:rPr lang="fr-FR" dirty="0" err="1"/>
              <a:t>similiaque</a:t>
            </a:r>
            <a:r>
              <a:rPr lang="fr-FR" dirty="0"/>
              <a:t> </a:t>
            </a:r>
            <a:r>
              <a:rPr lang="fr-FR" dirty="0" err="1"/>
              <a:t>memorabile</a:t>
            </a:r>
            <a:r>
              <a:rPr lang="fr-FR" dirty="0"/>
              <a:t> nihil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serium</a:t>
            </a:r>
            <a:r>
              <a:rPr lang="fr-FR" dirty="0"/>
              <a:t> agi </a:t>
            </a:r>
            <a:r>
              <a:rPr lang="fr-FR" dirty="0" err="1"/>
              <a:t>Romae</a:t>
            </a:r>
            <a:r>
              <a:rPr lang="fr-FR" dirty="0"/>
              <a:t> </a:t>
            </a:r>
            <a:r>
              <a:rPr lang="fr-FR" dirty="0" err="1"/>
              <a:t>permittunt</a:t>
            </a:r>
            <a:r>
              <a:rPr lang="fr-FR" dirty="0"/>
              <a:t>. ergo </a:t>
            </a:r>
            <a:r>
              <a:rPr lang="fr-FR" dirty="0" err="1"/>
              <a:t>redeundum</a:t>
            </a:r>
            <a:r>
              <a:rPr lang="fr-FR" dirty="0"/>
              <a:t> ad </a:t>
            </a:r>
            <a:r>
              <a:rPr lang="fr-FR" dirty="0" err="1"/>
              <a:t>textum</a:t>
            </a:r>
            <a:r>
              <a:rPr lang="fr-FR" dirty="0"/>
              <a:t>.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71A72FD3-5B9A-C34D-B20D-64452E50785F}"/>
              </a:ext>
            </a:extLst>
          </p:cNvPr>
          <p:cNvCxnSpPr>
            <a:cxnSpLocks/>
          </p:cNvCxnSpPr>
          <p:nvPr userDrawn="1"/>
        </p:nvCxnSpPr>
        <p:spPr>
          <a:xfrm>
            <a:off x="2119745" y="1883044"/>
            <a:ext cx="0" cy="49749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79202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 - Chiffres clé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F8DF3-73BB-154A-90BB-F7CBB22A6272}"/>
              </a:ext>
            </a:extLst>
          </p:cNvPr>
          <p:cNvSpPr/>
          <p:nvPr userDrawn="1"/>
        </p:nvSpPr>
        <p:spPr>
          <a:xfrm>
            <a:off x="2767512" y="0"/>
            <a:ext cx="9424487" cy="6858000"/>
          </a:xfrm>
          <a:prstGeom prst="rect">
            <a:avLst/>
          </a:prstGeom>
          <a:gradFill flip="none" rotWithShape="1">
            <a:gsLst>
              <a:gs pos="9000">
                <a:srgbClr val="B8012D"/>
              </a:gs>
              <a:gs pos="100000">
                <a:srgbClr val="E7433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05520" y="519734"/>
            <a:ext cx="7890402" cy="783068"/>
          </a:xfrm>
          <a:prstGeom prst="rect">
            <a:avLst/>
          </a:prstGeom>
        </p:spPr>
        <p:txBody>
          <a:bodyPr anchor="b"/>
          <a:lstStyle>
            <a:lvl1pPr algn="l">
              <a:defRPr sz="4000" b="0" i="0">
                <a:solidFill>
                  <a:schemeClr val="bg1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6D20F37-8C67-854E-82C7-F150D2ACC306}"/>
              </a:ext>
            </a:extLst>
          </p:cNvPr>
          <p:cNvCxnSpPr>
            <a:cxnSpLocks/>
          </p:cNvCxnSpPr>
          <p:nvPr userDrawn="1"/>
        </p:nvCxnSpPr>
        <p:spPr>
          <a:xfrm>
            <a:off x="3580676" y="1883044"/>
            <a:ext cx="0" cy="49749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FE48EA4C-EA06-1F41-96BD-DF6A7542CB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767512" cy="6858000"/>
          </a:xfrm>
          <a:prstGeom prst="rect">
            <a:avLst/>
          </a:prstGeom>
        </p:spPr>
      </p:pic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55A2BE28-1BD7-974C-A56F-E0F8BD46FE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94751" y="2197712"/>
            <a:ext cx="4437176" cy="47705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FR" dirty="0"/>
              <a:t>Et est </a:t>
            </a:r>
            <a:r>
              <a:rPr lang="fr-FR" dirty="0" err="1"/>
              <a:t>admodum</a:t>
            </a:r>
            <a:r>
              <a:rPr lang="fr-FR" dirty="0"/>
              <a:t> </a:t>
            </a:r>
            <a:r>
              <a:rPr lang="fr-FR" dirty="0" err="1"/>
              <a:t>mirum</a:t>
            </a:r>
            <a:r>
              <a:rPr lang="fr-FR" dirty="0"/>
              <a:t> </a:t>
            </a:r>
            <a:r>
              <a:rPr lang="fr-FR" dirty="0" err="1"/>
              <a:t>videre</a:t>
            </a:r>
            <a:r>
              <a:rPr lang="fr-FR" dirty="0"/>
              <a:t> </a:t>
            </a:r>
            <a:r>
              <a:rPr lang="fr-FR" dirty="0" err="1"/>
              <a:t>plebem</a:t>
            </a:r>
            <a:r>
              <a:rPr lang="fr-FR" dirty="0"/>
              <a:t> </a:t>
            </a:r>
            <a:r>
              <a:rPr lang="fr-FR" dirty="0" err="1"/>
              <a:t>innumeram</a:t>
            </a:r>
            <a:r>
              <a:rPr lang="fr-FR" dirty="0"/>
              <a:t> </a:t>
            </a:r>
            <a:r>
              <a:rPr lang="fr-FR" dirty="0" err="1"/>
              <a:t>mentibus</a:t>
            </a:r>
            <a:r>
              <a:rPr lang="fr-FR" dirty="0"/>
              <a:t> </a:t>
            </a:r>
            <a:r>
              <a:rPr lang="fr-FR" dirty="0" err="1"/>
              <a:t>ardore</a:t>
            </a:r>
            <a:r>
              <a:rPr lang="fr-FR" dirty="0"/>
              <a:t> </a:t>
            </a:r>
            <a:r>
              <a:rPr lang="fr-FR" dirty="0" err="1"/>
              <a:t>quodam</a:t>
            </a:r>
            <a:r>
              <a:rPr lang="fr-FR" dirty="0"/>
              <a:t> </a:t>
            </a:r>
            <a:r>
              <a:rPr lang="fr-FR" dirty="0" err="1"/>
              <a:t>infuso</a:t>
            </a:r>
            <a:r>
              <a:rPr lang="fr-FR" dirty="0"/>
              <a:t> cum </a:t>
            </a:r>
            <a:r>
              <a:rPr lang="fr-FR" dirty="0" err="1"/>
              <a:t>dimicationum</a:t>
            </a:r>
            <a:endParaRPr lang="fr-FR" dirty="0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F24D2E6E-0D8B-F04C-BC94-74C6899A09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94751" y="1789270"/>
            <a:ext cx="4437176" cy="408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Chiffre</a:t>
            </a:r>
          </a:p>
        </p:txBody>
      </p:sp>
      <p:sp>
        <p:nvSpPr>
          <p:cNvPr id="20" name="Espace réservé du texte 16">
            <a:extLst>
              <a:ext uri="{FF2B5EF4-FFF2-40B4-BE49-F238E27FC236}">
                <a16:creationId xmlns:a16="http://schemas.microsoft.com/office/drawing/2014/main" id="{E9D378D0-F90E-344B-AB3D-66BB064379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94751" y="3287432"/>
            <a:ext cx="4437176" cy="47705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FR" dirty="0"/>
              <a:t>Et est </a:t>
            </a:r>
            <a:r>
              <a:rPr lang="fr-FR" dirty="0" err="1"/>
              <a:t>admodum</a:t>
            </a:r>
            <a:r>
              <a:rPr lang="fr-FR" dirty="0"/>
              <a:t> </a:t>
            </a:r>
            <a:r>
              <a:rPr lang="fr-FR" dirty="0" err="1"/>
              <a:t>mirum</a:t>
            </a:r>
            <a:r>
              <a:rPr lang="fr-FR" dirty="0"/>
              <a:t> </a:t>
            </a:r>
            <a:r>
              <a:rPr lang="fr-FR" dirty="0" err="1"/>
              <a:t>videre</a:t>
            </a:r>
            <a:r>
              <a:rPr lang="fr-FR" dirty="0"/>
              <a:t> </a:t>
            </a:r>
            <a:r>
              <a:rPr lang="fr-FR" dirty="0" err="1"/>
              <a:t>plebem</a:t>
            </a:r>
            <a:r>
              <a:rPr lang="fr-FR" dirty="0"/>
              <a:t> </a:t>
            </a:r>
            <a:r>
              <a:rPr lang="fr-FR" dirty="0" err="1"/>
              <a:t>innumeram</a:t>
            </a:r>
            <a:r>
              <a:rPr lang="fr-FR" dirty="0"/>
              <a:t> </a:t>
            </a:r>
            <a:r>
              <a:rPr lang="fr-FR" dirty="0" err="1"/>
              <a:t>mentibus</a:t>
            </a:r>
            <a:r>
              <a:rPr lang="fr-FR" dirty="0"/>
              <a:t> </a:t>
            </a:r>
            <a:r>
              <a:rPr lang="fr-FR" dirty="0" err="1"/>
              <a:t>ardore</a:t>
            </a:r>
            <a:r>
              <a:rPr lang="fr-FR" dirty="0"/>
              <a:t> </a:t>
            </a:r>
            <a:r>
              <a:rPr lang="fr-FR" dirty="0" err="1"/>
              <a:t>quodam</a:t>
            </a:r>
            <a:r>
              <a:rPr lang="fr-FR" dirty="0"/>
              <a:t> </a:t>
            </a:r>
            <a:r>
              <a:rPr lang="fr-FR" dirty="0" err="1"/>
              <a:t>infuso</a:t>
            </a:r>
            <a:r>
              <a:rPr lang="fr-FR" dirty="0"/>
              <a:t> cum </a:t>
            </a:r>
            <a:r>
              <a:rPr lang="fr-FR" dirty="0" err="1"/>
              <a:t>dimicationum</a:t>
            </a:r>
            <a:endParaRPr lang="fr-FR" dirty="0"/>
          </a:p>
        </p:txBody>
      </p:sp>
      <p:sp>
        <p:nvSpPr>
          <p:cNvPr id="21" name="Espace réservé du texte 18">
            <a:extLst>
              <a:ext uri="{FF2B5EF4-FFF2-40B4-BE49-F238E27FC236}">
                <a16:creationId xmlns:a16="http://schemas.microsoft.com/office/drawing/2014/main" id="{8550FC4D-973A-9E48-B33B-27AE7B934C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4751" y="2878990"/>
            <a:ext cx="4437176" cy="408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Chiffre</a:t>
            </a:r>
          </a:p>
        </p:txBody>
      </p:sp>
      <p:sp>
        <p:nvSpPr>
          <p:cNvPr id="24" name="Espace réservé du texte 16">
            <a:extLst>
              <a:ext uri="{FF2B5EF4-FFF2-40B4-BE49-F238E27FC236}">
                <a16:creationId xmlns:a16="http://schemas.microsoft.com/office/drawing/2014/main" id="{10F8895C-C05D-AE49-BB82-F8BAA40A88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94751" y="4387453"/>
            <a:ext cx="4437176" cy="47705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FR" dirty="0"/>
              <a:t>Et est </a:t>
            </a:r>
            <a:r>
              <a:rPr lang="fr-FR" dirty="0" err="1"/>
              <a:t>admodum</a:t>
            </a:r>
            <a:r>
              <a:rPr lang="fr-FR" dirty="0"/>
              <a:t> </a:t>
            </a:r>
            <a:r>
              <a:rPr lang="fr-FR" dirty="0" err="1"/>
              <a:t>mirum</a:t>
            </a:r>
            <a:r>
              <a:rPr lang="fr-FR" dirty="0"/>
              <a:t> </a:t>
            </a:r>
            <a:r>
              <a:rPr lang="fr-FR" dirty="0" err="1"/>
              <a:t>videre</a:t>
            </a:r>
            <a:r>
              <a:rPr lang="fr-FR" dirty="0"/>
              <a:t> </a:t>
            </a:r>
            <a:r>
              <a:rPr lang="fr-FR" dirty="0" err="1"/>
              <a:t>plebem</a:t>
            </a:r>
            <a:r>
              <a:rPr lang="fr-FR" dirty="0"/>
              <a:t> </a:t>
            </a:r>
            <a:r>
              <a:rPr lang="fr-FR" dirty="0" err="1"/>
              <a:t>innumeram</a:t>
            </a:r>
            <a:r>
              <a:rPr lang="fr-FR" dirty="0"/>
              <a:t> </a:t>
            </a:r>
            <a:r>
              <a:rPr lang="fr-FR" dirty="0" err="1"/>
              <a:t>mentibus</a:t>
            </a:r>
            <a:r>
              <a:rPr lang="fr-FR" dirty="0"/>
              <a:t> </a:t>
            </a:r>
            <a:r>
              <a:rPr lang="fr-FR" dirty="0" err="1"/>
              <a:t>ardore</a:t>
            </a:r>
            <a:r>
              <a:rPr lang="fr-FR" dirty="0"/>
              <a:t> </a:t>
            </a:r>
            <a:r>
              <a:rPr lang="fr-FR" dirty="0" err="1"/>
              <a:t>quodam</a:t>
            </a:r>
            <a:r>
              <a:rPr lang="fr-FR" dirty="0"/>
              <a:t> </a:t>
            </a:r>
            <a:r>
              <a:rPr lang="fr-FR" dirty="0" err="1"/>
              <a:t>infuso</a:t>
            </a:r>
            <a:r>
              <a:rPr lang="fr-FR" dirty="0"/>
              <a:t> cum </a:t>
            </a:r>
            <a:r>
              <a:rPr lang="fr-FR" dirty="0" err="1"/>
              <a:t>dimicationum</a:t>
            </a:r>
            <a:endParaRPr lang="fr-FR" dirty="0"/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6B4D303F-A4A8-0A4B-A986-C169258264F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94751" y="3979011"/>
            <a:ext cx="4437176" cy="408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Chiffre</a:t>
            </a:r>
          </a:p>
        </p:txBody>
      </p:sp>
      <p:sp>
        <p:nvSpPr>
          <p:cNvPr id="26" name="Espace réservé du texte 16">
            <a:extLst>
              <a:ext uri="{FF2B5EF4-FFF2-40B4-BE49-F238E27FC236}">
                <a16:creationId xmlns:a16="http://schemas.microsoft.com/office/drawing/2014/main" id="{A2CD405B-8C01-2742-AD6E-C2F3D50B640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94751" y="5477173"/>
            <a:ext cx="4437176" cy="47705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FR" dirty="0"/>
              <a:t>Et est </a:t>
            </a:r>
            <a:r>
              <a:rPr lang="fr-FR" dirty="0" err="1"/>
              <a:t>admodum</a:t>
            </a:r>
            <a:r>
              <a:rPr lang="fr-FR" dirty="0"/>
              <a:t> </a:t>
            </a:r>
            <a:r>
              <a:rPr lang="fr-FR" dirty="0" err="1"/>
              <a:t>mirum</a:t>
            </a:r>
            <a:r>
              <a:rPr lang="fr-FR" dirty="0"/>
              <a:t> </a:t>
            </a:r>
            <a:r>
              <a:rPr lang="fr-FR" dirty="0" err="1"/>
              <a:t>videre</a:t>
            </a:r>
            <a:r>
              <a:rPr lang="fr-FR" dirty="0"/>
              <a:t> </a:t>
            </a:r>
            <a:r>
              <a:rPr lang="fr-FR" dirty="0" err="1"/>
              <a:t>plebem</a:t>
            </a:r>
            <a:r>
              <a:rPr lang="fr-FR" dirty="0"/>
              <a:t> </a:t>
            </a:r>
            <a:r>
              <a:rPr lang="fr-FR" dirty="0" err="1"/>
              <a:t>innumeram</a:t>
            </a:r>
            <a:r>
              <a:rPr lang="fr-FR" dirty="0"/>
              <a:t> </a:t>
            </a:r>
            <a:r>
              <a:rPr lang="fr-FR" dirty="0" err="1"/>
              <a:t>mentibus</a:t>
            </a:r>
            <a:r>
              <a:rPr lang="fr-FR" dirty="0"/>
              <a:t> </a:t>
            </a:r>
            <a:r>
              <a:rPr lang="fr-FR" dirty="0" err="1"/>
              <a:t>ardore</a:t>
            </a:r>
            <a:r>
              <a:rPr lang="fr-FR" dirty="0"/>
              <a:t> </a:t>
            </a:r>
            <a:r>
              <a:rPr lang="fr-FR" dirty="0" err="1"/>
              <a:t>quodam</a:t>
            </a:r>
            <a:r>
              <a:rPr lang="fr-FR" dirty="0"/>
              <a:t> </a:t>
            </a:r>
            <a:r>
              <a:rPr lang="fr-FR" dirty="0" err="1"/>
              <a:t>infuso</a:t>
            </a:r>
            <a:r>
              <a:rPr lang="fr-FR" dirty="0"/>
              <a:t> cum </a:t>
            </a:r>
            <a:r>
              <a:rPr lang="fr-FR" dirty="0" err="1"/>
              <a:t>dimicationum</a:t>
            </a:r>
            <a:endParaRPr lang="fr-FR" dirty="0"/>
          </a:p>
        </p:txBody>
      </p:sp>
      <p:sp>
        <p:nvSpPr>
          <p:cNvPr id="27" name="Espace réservé du texte 18">
            <a:extLst>
              <a:ext uri="{FF2B5EF4-FFF2-40B4-BE49-F238E27FC236}">
                <a16:creationId xmlns:a16="http://schemas.microsoft.com/office/drawing/2014/main" id="{5B7D0854-970F-9D48-8D24-65C3E364F53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994751" y="5068731"/>
            <a:ext cx="4437176" cy="408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Chiffre</a:t>
            </a:r>
          </a:p>
        </p:txBody>
      </p:sp>
    </p:spTree>
    <p:extLst>
      <p:ext uri="{BB962C8B-B14F-4D97-AF65-F5344CB8AC3E}">
        <p14:creationId xmlns:p14="http://schemas.microsoft.com/office/powerpoint/2010/main" val="27808495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 - Titre, Chapeau,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70991" y="673046"/>
            <a:ext cx="4789960" cy="693299"/>
          </a:xfrm>
          <a:prstGeom prst="rect">
            <a:avLst/>
          </a:prstGeom>
        </p:spPr>
        <p:txBody>
          <a:bodyPr anchor="t"/>
          <a:lstStyle>
            <a:lvl1pPr algn="l">
              <a:defRPr sz="4000" b="0" i="0"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831B907E-C83B-794E-BCF6-2B53A008AEA5}"/>
              </a:ext>
            </a:extLst>
          </p:cNvPr>
          <p:cNvCxnSpPr>
            <a:cxnSpLocks/>
          </p:cNvCxnSpPr>
          <p:nvPr userDrawn="1"/>
        </p:nvCxnSpPr>
        <p:spPr>
          <a:xfrm>
            <a:off x="1193915" y="653287"/>
            <a:ext cx="0" cy="6204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 13">
            <a:extLst>
              <a:ext uri="{FF2B5EF4-FFF2-40B4-BE49-F238E27FC236}">
                <a16:creationId xmlns:a16="http://schemas.microsoft.com/office/drawing/2014/main" id="{26499BEB-4DD3-7743-97C3-36675F16D5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0402" y="1927825"/>
            <a:ext cx="4567490" cy="2775698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3391143-1189-904A-878E-A5A5062483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0991" y="1635326"/>
            <a:ext cx="4789960" cy="1504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Et est </a:t>
            </a:r>
            <a:r>
              <a:rPr lang="fr-FR" dirty="0" err="1"/>
              <a:t>admodum</a:t>
            </a:r>
            <a:r>
              <a:rPr lang="fr-FR" dirty="0"/>
              <a:t> </a:t>
            </a:r>
            <a:r>
              <a:rPr lang="fr-FR" dirty="0" err="1"/>
              <a:t>mirum</a:t>
            </a:r>
            <a:r>
              <a:rPr lang="fr-FR" dirty="0"/>
              <a:t> </a:t>
            </a:r>
            <a:r>
              <a:rPr lang="fr-FR" dirty="0" err="1"/>
              <a:t>videre</a:t>
            </a:r>
            <a:r>
              <a:rPr lang="fr-FR" dirty="0"/>
              <a:t> </a:t>
            </a:r>
            <a:r>
              <a:rPr lang="fr-FR" dirty="0" err="1"/>
              <a:t>plebem</a:t>
            </a:r>
            <a:r>
              <a:rPr lang="fr-FR" dirty="0"/>
              <a:t> </a:t>
            </a:r>
            <a:r>
              <a:rPr lang="fr-FR" dirty="0" err="1"/>
              <a:t>innumeram</a:t>
            </a:r>
            <a:r>
              <a:rPr lang="fr-FR" dirty="0"/>
              <a:t> </a:t>
            </a:r>
            <a:r>
              <a:rPr lang="fr-FR" dirty="0" err="1"/>
              <a:t>mentibus</a:t>
            </a:r>
            <a:r>
              <a:rPr lang="fr-FR" dirty="0"/>
              <a:t> </a:t>
            </a:r>
            <a:r>
              <a:rPr lang="fr-FR" dirty="0" err="1"/>
              <a:t>ardore</a:t>
            </a:r>
            <a:r>
              <a:rPr lang="fr-FR" dirty="0"/>
              <a:t> </a:t>
            </a:r>
            <a:r>
              <a:rPr lang="fr-FR" dirty="0" err="1"/>
              <a:t>quodam</a:t>
            </a:r>
            <a:r>
              <a:rPr lang="fr-FR" dirty="0"/>
              <a:t> </a:t>
            </a:r>
            <a:r>
              <a:rPr lang="fr-FR" dirty="0" err="1"/>
              <a:t>infuso</a:t>
            </a:r>
            <a:r>
              <a:rPr lang="fr-FR" dirty="0"/>
              <a:t> cum </a:t>
            </a:r>
            <a:r>
              <a:rPr lang="fr-FR" dirty="0" err="1"/>
              <a:t>dimicationum</a:t>
            </a:r>
            <a:r>
              <a:rPr lang="fr-FR" dirty="0"/>
              <a:t> </a:t>
            </a:r>
            <a:r>
              <a:rPr lang="fr-FR" dirty="0" err="1"/>
              <a:t>curulium</a:t>
            </a:r>
            <a:r>
              <a:rPr lang="fr-FR" dirty="0"/>
              <a:t> </a:t>
            </a:r>
            <a:r>
              <a:rPr lang="fr-FR" dirty="0" err="1"/>
              <a:t>eventu</a:t>
            </a:r>
            <a:r>
              <a:rPr lang="fr-FR" dirty="0"/>
              <a:t> </a:t>
            </a:r>
            <a:r>
              <a:rPr lang="fr-FR" dirty="0" err="1"/>
              <a:t>pendentem</a:t>
            </a:r>
            <a:r>
              <a:rPr lang="fr-FR" dirty="0"/>
              <a:t>.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BEE4BF2E-9750-1B4F-B875-DC81519A28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0990" y="3410832"/>
            <a:ext cx="4789949" cy="2774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+mn-lt"/>
              </a:defRPr>
            </a:lvl1pPr>
          </a:lstStyle>
          <a:p>
            <a:r>
              <a:rPr lang="fr-FR" dirty="0"/>
              <a:t>Et est </a:t>
            </a:r>
            <a:r>
              <a:rPr lang="fr-FR" dirty="0" err="1"/>
              <a:t>admodum</a:t>
            </a:r>
            <a:r>
              <a:rPr lang="fr-FR" dirty="0"/>
              <a:t> </a:t>
            </a:r>
            <a:r>
              <a:rPr lang="fr-FR" dirty="0" err="1"/>
              <a:t>mirum</a:t>
            </a:r>
            <a:r>
              <a:rPr lang="fr-FR" dirty="0"/>
              <a:t> </a:t>
            </a:r>
            <a:r>
              <a:rPr lang="fr-FR" dirty="0" err="1"/>
              <a:t>videre</a:t>
            </a:r>
            <a:r>
              <a:rPr lang="fr-FR" dirty="0"/>
              <a:t> </a:t>
            </a:r>
            <a:r>
              <a:rPr lang="fr-FR" dirty="0" err="1"/>
              <a:t>plebem</a:t>
            </a:r>
            <a:r>
              <a:rPr lang="fr-FR" dirty="0"/>
              <a:t> </a:t>
            </a:r>
            <a:r>
              <a:rPr lang="fr-FR" dirty="0" err="1"/>
              <a:t>innumeram</a:t>
            </a:r>
            <a:r>
              <a:rPr lang="fr-FR" dirty="0"/>
              <a:t> </a:t>
            </a:r>
            <a:r>
              <a:rPr lang="fr-FR" dirty="0" err="1"/>
              <a:t>mentibus</a:t>
            </a:r>
            <a:r>
              <a:rPr lang="fr-FR" dirty="0"/>
              <a:t> </a:t>
            </a:r>
            <a:r>
              <a:rPr lang="fr-FR" dirty="0" err="1"/>
              <a:t>ardore</a:t>
            </a:r>
            <a:r>
              <a:rPr lang="fr-FR" dirty="0"/>
              <a:t> </a:t>
            </a:r>
            <a:r>
              <a:rPr lang="fr-FR" dirty="0" err="1"/>
              <a:t>quodam</a:t>
            </a:r>
            <a:r>
              <a:rPr lang="fr-FR" dirty="0"/>
              <a:t> </a:t>
            </a:r>
            <a:r>
              <a:rPr lang="fr-FR" dirty="0" err="1"/>
              <a:t>infuso</a:t>
            </a:r>
            <a:r>
              <a:rPr lang="fr-FR" dirty="0"/>
              <a:t> cum </a:t>
            </a:r>
            <a:r>
              <a:rPr lang="fr-FR" dirty="0" err="1"/>
              <a:t>dimicationum</a:t>
            </a:r>
            <a:r>
              <a:rPr lang="fr-FR" dirty="0"/>
              <a:t> </a:t>
            </a:r>
            <a:r>
              <a:rPr lang="fr-FR" dirty="0" err="1"/>
              <a:t>curulium</a:t>
            </a:r>
            <a:r>
              <a:rPr lang="fr-FR" dirty="0"/>
              <a:t> </a:t>
            </a:r>
            <a:r>
              <a:rPr lang="fr-FR" dirty="0" err="1"/>
              <a:t>eventu</a:t>
            </a:r>
            <a:r>
              <a:rPr lang="fr-FR" dirty="0"/>
              <a:t> </a:t>
            </a:r>
            <a:r>
              <a:rPr lang="fr-FR" dirty="0" err="1"/>
              <a:t>pendentem</a:t>
            </a:r>
            <a:r>
              <a:rPr lang="fr-FR" dirty="0"/>
              <a:t>. </a:t>
            </a:r>
          </a:p>
          <a:p>
            <a:r>
              <a:rPr lang="fr-FR" dirty="0" err="1"/>
              <a:t>Haec</a:t>
            </a:r>
            <a:r>
              <a:rPr lang="fr-FR" dirty="0"/>
              <a:t> </a:t>
            </a:r>
            <a:r>
              <a:rPr lang="fr-FR" dirty="0" err="1"/>
              <a:t>similiaque</a:t>
            </a:r>
            <a:r>
              <a:rPr lang="fr-FR" dirty="0"/>
              <a:t> </a:t>
            </a:r>
            <a:r>
              <a:rPr lang="fr-FR" dirty="0" err="1"/>
              <a:t>memorabile</a:t>
            </a:r>
            <a:r>
              <a:rPr lang="fr-FR" dirty="0"/>
              <a:t> nihil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serium</a:t>
            </a:r>
            <a:r>
              <a:rPr lang="fr-FR" dirty="0"/>
              <a:t> agi </a:t>
            </a:r>
            <a:r>
              <a:rPr lang="fr-FR" dirty="0" err="1"/>
              <a:t>Romae</a:t>
            </a:r>
            <a:r>
              <a:rPr lang="fr-FR" dirty="0"/>
              <a:t> </a:t>
            </a:r>
            <a:r>
              <a:rPr lang="fr-FR" dirty="0" err="1"/>
              <a:t>permittunt</a:t>
            </a:r>
            <a:r>
              <a:rPr lang="fr-FR" dirty="0"/>
              <a:t>. ergo </a:t>
            </a:r>
            <a:r>
              <a:rPr lang="fr-FR" dirty="0" err="1"/>
              <a:t>redeundum</a:t>
            </a:r>
            <a:r>
              <a:rPr lang="fr-FR" dirty="0"/>
              <a:t> ad </a:t>
            </a:r>
            <a:r>
              <a:rPr lang="fr-FR" dirty="0" err="1"/>
              <a:t>textum</a:t>
            </a:r>
            <a:r>
              <a:rPr lang="fr-FR" dirty="0"/>
              <a:t>.</a:t>
            </a:r>
          </a:p>
          <a:p>
            <a:r>
              <a:rPr lang="fr-FR" dirty="0"/>
              <a:t>Quanta </a:t>
            </a:r>
            <a:r>
              <a:rPr lang="fr-FR" dirty="0" err="1"/>
              <a:t>autem</a:t>
            </a:r>
            <a:r>
              <a:rPr lang="fr-FR" dirty="0"/>
              <a:t> vis </a:t>
            </a:r>
            <a:r>
              <a:rPr lang="fr-FR" dirty="0" err="1"/>
              <a:t>amicitiae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, ex hoc </a:t>
            </a:r>
            <a:r>
              <a:rPr lang="fr-FR" dirty="0" err="1"/>
              <a:t>intellegi</a:t>
            </a:r>
            <a:r>
              <a:rPr lang="fr-FR" dirty="0"/>
              <a:t> maxime </a:t>
            </a:r>
            <a:r>
              <a:rPr lang="fr-FR" dirty="0" err="1"/>
              <a:t>potest</a:t>
            </a:r>
            <a:r>
              <a:rPr lang="fr-FR" dirty="0"/>
              <a:t>, quod ex </a:t>
            </a:r>
            <a:r>
              <a:rPr lang="fr-FR" dirty="0" err="1"/>
              <a:t>infinita</a:t>
            </a:r>
            <a:r>
              <a:rPr lang="fr-FR" dirty="0"/>
              <a:t> </a:t>
            </a:r>
            <a:r>
              <a:rPr lang="fr-FR" dirty="0" err="1"/>
              <a:t>societate</a:t>
            </a:r>
            <a:r>
              <a:rPr lang="fr-FR" dirty="0"/>
              <a:t> generis </a:t>
            </a:r>
            <a:r>
              <a:rPr lang="fr-FR" dirty="0" err="1"/>
              <a:t>humani</a:t>
            </a:r>
            <a:r>
              <a:rPr lang="fr-FR" dirty="0"/>
              <a:t>, </a:t>
            </a:r>
            <a:r>
              <a:rPr lang="fr-FR" dirty="0" err="1"/>
              <a:t>quam</a:t>
            </a:r>
            <a:r>
              <a:rPr lang="fr-FR" dirty="0"/>
              <a:t> </a:t>
            </a:r>
            <a:r>
              <a:rPr lang="fr-FR" dirty="0" err="1"/>
              <a:t>conciliavit</a:t>
            </a:r>
            <a:r>
              <a:rPr lang="fr-FR" dirty="0"/>
              <a:t> </a:t>
            </a:r>
            <a:r>
              <a:rPr lang="fr-FR" dirty="0" err="1"/>
              <a:t>ipsa</a:t>
            </a:r>
            <a:r>
              <a:rPr lang="fr-FR" dirty="0"/>
              <a:t> </a:t>
            </a:r>
            <a:r>
              <a:rPr lang="fr-FR" dirty="0" err="1"/>
              <a:t>natura</a:t>
            </a:r>
            <a:r>
              <a:rPr lang="fr-FR" dirty="0"/>
              <a:t>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71758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 - Titre, Chapeau, Intertitre, Texte,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ce réservé pour une image  2">
            <a:extLst>
              <a:ext uri="{FF2B5EF4-FFF2-40B4-BE49-F238E27FC236}">
                <a16:creationId xmlns:a16="http://schemas.microsoft.com/office/drawing/2014/main" id="{2CD9FA13-AE5E-4848-87BF-8A92DFEFBC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94450" y="838200"/>
            <a:ext cx="4995863" cy="1981200"/>
          </a:xfrm>
          <a:prstGeom prst="rect">
            <a:avLst/>
          </a:prstGeom>
        </p:spPr>
      </p:pic>
      <p:pic>
        <p:nvPicPr>
          <p:cNvPr id="12" name="Espace réservé pour une image  4">
            <a:extLst>
              <a:ext uri="{FF2B5EF4-FFF2-40B4-BE49-F238E27FC236}">
                <a16:creationId xmlns:a16="http://schemas.microsoft.com/office/drawing/2014/main" id="{7D9BCA52-E85E-BF4F-ABDB-D653687EF2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94450" y="3238500"/>
            <a:ext cx="2265363" cy="2724150"/>
          </a:xfrm>
          <a:prstGeom prst="rect">
            <a:avLst/>
          </a:prstGeom>
        </p:spPr>
      </p:pic>
      <p:pic>
        <p:nvPicPr>
          <p:cNvPr id="13" name="Espace réservé pour une image  8">
            <a:extLst>
              <a:ext uri="{FF2B5EF4-FFF2-40B4-BE49-F238E27FC236}">
                <a16:creationId xmlns:a16="http://schemas.microsoft.com/office/drawing/2014/main" id="{A88E7B46-C277-6C4C-A017-08A5D8685F1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23363" y="3238500"/>
            <a:ext cx="2266950" cy="2724150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B0DC52BD-CE1D-784E-9391-257D17814E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3657" y="838200"/>
            <a:ext cx="5123893" cy="693299"/>
          </a:xfrm>
          <a:prstGeom prst="rect">
            <a:avLst/>
          </a:prstGeom>
        </p:spPr>
        <p:txBody>
          <a:bodyPr anchor="t"/>
          <a:lstStyle>
            <a:lvl1pPr algn="l">
              <a:defRPr sz="4000" b="0" i="0"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D4292752-D16A-EC48-95C5-A87FF850FA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3656" y="1924406"/>
            <a:ext cx="5123893" cy="11116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Et est </a:t>
            </a:r>
            <a:r>
              <a:rPr lang="fr-FR" dirty="0" err="1"/>
              <a:t>admodum</a:t>
            </a:r>
            <a:r>
              <a:rPr lang="fr-FR" dirty="0"/>
              <a:t> </a:t>
            </a:r>
            <a:r>
              <a:rPr lang="fr-FR" dirty="0" err="1"/>
              <a:t>mirum</a:t>
            </a:r>
            <a:r>
              <a:rPr lang="fr-FR" dirty="0"/>
              <a:t> </a:t>
            </a:r>
            <a:r>
              <a:rPr lang="fr-FR" dirty="0" err="1"/>
              <a:t>videre</a:t>
            </a:r>
            <a:r>
              <a:rPr lang="fr-FR" dirty="0"/>
              <a:t> </a:t>
            </a:r>
            <a:r>
              <a:rPr lang="fr-FR" dirty="0" err="1"/>
              <a:t>plebem</a:t>
            </a:r>
            <a:r>
              <a:rPr lang="fr-FR" dirty="0"/>
              <a:t> </a:t>
            </a:r>
            <a:r>
              <a:rPr lang="fr-FR" dirty="0" err="1"/>
              <a:t>innumeram</a:t>
            </a:r>
            <a:r>
              <a:rPr lang="fr-FR" dirty="0"/>
              <a:t> </a:t>
            </a:r>
            <a:r>
              <a:rPr lang="fr-FR" dirty="0" err="1"/>
              <a:t>mentibus</a:t>
            </a:r>
            <a:r>
              <a:rPr lang="fr-FR" dirty="0"/>
              <a:t> </a:t>
            </a:r>
            <a:r>
              <a:rPr lang="fr-FR" dirty="0" err="1"/>
              <a:t>ardore</a:t>
            </a:r>
            <a:r>
              <a:rPr lang="fr-FR" dirty="0"/>
              <a:t> </a:t>
            </a:r>
            <a:r>
              <a:rPr lang="fr-FR" dirty="0" err="1"/>
              <a:t>quodam</a:t>
            </a:r>
            <a:r>
              <a:rPr lang="fr-FR" dirty="0"/>
              <a:t> </a:t>
            </a:r>
            <a:r>
              <a:rPr lang="fr-FR" dirty="0" err="1"/>
              <a:t>infuso</a:t>
            </a:r>
            <a:r>
              <a:rPr lang="fr-FR" dirty="0"/>
              <a:t> cum </a:t>
            </a:r>
            <a:r>
              <a:rPr lang="fr-FR" dirty="0" err="1"/>
              <a:t>dimicationum</a:t>
            </a:r>
            <a:r>
              <a:rPr lang="fr-FR" dirty="0"/>
              <a:t> </a:t>
            </a:r>
            <a:r>
              <a:rPr lang="fr-FR" dirty="0" err="1"/>
              <a:t>curulium</a:t>
            </a:r>
            <a:r>
              <a:rPr lang="fr-FR" dirty="0"/>
              <a:t> </a:t>
            </a:r>
            <a:r>
              <a:rPr lang="fr-FR" dirty="0" err="1"/>
              <a:t>eventu</a:t>
            </a:r>
            <a:r>
              <a:rPr lang="fr-FR" dirty="0"/>
              <a:t> </a:t>
            </a:r>
            <a:r>
              <a:rPr lang="fr-FR" dirty="0" err="1"/>
              <a:t>pendentem</a:t>
            </a:r>
            <a:r>
              <a:rPr lang="fr-FR" dirty="0"/>
              <a:t>. 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A6DB2F81-4099-2C42-94A3-AA046BDBB4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657" y="3945834"/>
            <a:ext cx="5123881" cy="20168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+mn-lt"/>
              </a:defRPr>
            </a:lvl1pPr>
          </a:lstStyle>
          <a:p>
            <a:r>
              <a:rPr lang="fr-FR" dirty="0"/>
              <a:t>Et est </a:t>
            </a:r>
            <a:r>
              <a:rPr lang="fr-FR" dirty="0" err="1"/>
              <a:t>admodum</a:t>
            </a:r>
            <a:r>
              <a:rPr lang="fr-FR" dirty="0"/>
              <a:t> </a:t>
            </a:r>
            <a:r>
              <a:rPr lang="fr-FR" dirty="0" err="1"/>
              <a:t>mirum</a:t>
            </a:r>
            <a:r>
              <a:rPr lang="fr-FR" dirty="0"/>
              <a:t> </a:t>
            </a:r>
            <a:r>
              <a:rPr lang="fr-FR" dirty="0" err="1"/>
              <a:t>videre</a:t>
            </a:r>
            <a:r>
              <a:rPr lang="fr-FR" dirty="0"/>
              <a:t> </a:t>
            </a:r>
            <a:r>
              <a:rPr lang="fr-FR" dirty="0" err="1"/>
              <a:t>plebem</a:t>
            </a:r>
            <a:r>
              <a:rPr lang="fr-FR" dirty="0"/>
              <a:t> </a:t>
            </a:r>
            <a:r>
              <a:rPr lang="fr-FR" dirty="0" err="1"/>
              <a:t>innumeram</a:t>
            </a:r>
            <a:r>
              <a:rPr lang="fr-FR" dirty="0"/>
              <a:t> </a:t>
            </a:r>
            <a:r>
              <a:rPr lang="fr-FR" dirty="0" err="1"/>
              <a:t>mentibus</a:t>
            </a:r>
            <a:r>
              <a:rPr lang="fr-FR" dirty="0"/>
              <a:t> </a:t>
            </a:r>
            <a:r>
              <a:rPr lang="fr-FR" dirty="0" err="1"/>
              <a:t>ardore</a:t>
            </a:r>
            <a:r>
              <a:rPr lang="fr-FR" dirty="0"/>
              <a:t> </a:t>
            </a:r>
            <a:r>
              <a:rPr lang="fr-FR" dirty="0" err="1"/>
              <a:t>quodam</a:t>
            </a:r>
            <a:r>
              <a:rPr lang="fr-FR" dirty="0"/>
              <a:t> </a:t>
            </a:r>
            <a:r>
              <a:rPr lang="fr-FR" dirty="0" err="1"/>
              <a:t>infuso</a:t>
            </a:r>
            <a:r>
              <a:rPr lang="fr-FR" dirty="0"/>
              <a:t> cum </a:t>
            </a:r>
            <a:r>
              <a:rPr lang="fr-FR" dirty="0" err="1"/>
              <a:t>dimicationum</a:t>
            </a:r>
            <a:r>
              <a:rPr lang="fr-FR" dirty="0"/>
              <a:t> </a:t>
            </a:r>
            <a:r>
              <a:rPr lang="fr-FR" dirty="0" err="1"/>
              <a:t>curulium</a:t>
            </a:r>
            <a:r>
              <a:rPr lang="fr-FR" dirty="0"/>
              <a:t> </a:t>
            </a:r>
            <a:r>
              <a:rPr lang="fr-FR" dirty="0" err="1"/>
              <a:t>eventu</a:t>
            </a:r>
            <a:r>
              <a:rPr lang="fr-FR" dirty="0"/>
              <a:t> </a:t>
            </a:r>
            <a:r>
              <a:rPr lang="fr-FR" dirty="0" err="1"/>
              <a:t>pendentem</a:t>
            </a:r>
            <a:r>
              <a:rPr lang="fr-FR" dirty="0"/>
              <a:t>. </a:t>
            </a:r>
          </a:p>
          <a:p>
            <a:r>
              <a:rPr lang="fr-FR" dirty="0" err="1"/>
              <a:t>Haec</a:t>
            </a:r>
            <a:r>
              <a:rPr lang="fr-FR" dirty="0"/>
              <a:t> </a:t>
            </a:r>
            <a:r>
              <a:rPr lang="fr-FR" dirty="0" err="1"/>
              <a:t>similiaque</a:t>
            </a:r>
            <a:r>
              <a:rPr lang="fr-FR" dirty="0"/>
              <a:t> </a:t>
            </a:r>
            <a:r>
              <a:rPr lang="fr-FR" dirty="0" err="1"/>
              <a:t>memorabile</a:t>
            </a:r>
            <a:r>
              <a:rPr lang="fr-FR" dirty="0"/>
              <a:t> nihil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serium</a:t>
            </a:r>
            <a:r>
              <a:rPr lang="fr-FR" dirty="0"/>
              <a:t> agi </a:t>
            </a:r>
            <a:r>
              <a:rPr lang="fr-FR" dirty="0" err="1"/>
              <a:t>Romae</a:t>
            </a:r>
            <a:r>
              <a:rPr lang="fr-FR" dirty="0"/>
              <a:t> </a:t>
            </a:r>
            <a:r>
              <a:rPr lang="fr-FR" dirty="0" err="1"/>
              <a:t>permittunt</a:t>
            </a:r>
            <a:r>
              <a:rPr lang="fr-FR" dirty="0"/>
              <a:t>. ergo </a:t>
            </a:r>
            <a:r>
              <a:rPr lang="fr-FR" dirty="0" err="1"/>
              <a:t>redeundum</a:t>
            </a:r>
            <a:r>
              <a:rPr lang="fr-FR" dirty="0"/>
              <a:t> ad </a:t>
            </a:r>
            <a:r>
              <a:rPr lang="fr-FR" dirty="0" err="1"/>
              <a:t>textum</a:t>
            </a:r>
            <a:r>
              <a:rPr lang="fr-FR" dirty="0"/>
              <a:t>.</a:t>
            </a:r>
          </a:p>
          <a:p>
            <a:r>
              <a:rPr lang="fr-FR" dirty="0"/>
              <a:t>Quanta </a:t>
            </a:r>
            <a:r>
              <a:rPr lang="fr-FR" dirty="0" err="1"/>
              <a:t>autem</a:t>
            </a:r>
            <a:r>
              <a:rPr lang="fr-FR" dirty="0"/>
              <a:t> vis </a:t>
            </a:r>
            <a:r>
              <a:rPr lang="fr-FR" dirty="0" err="1"/>
              <a:t>amicitiae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, ex hoc </a:t>
            </a:r>
            <a:r>
              <a:rPr lang="fr-FR" dirty="0" err="1"/>
              <a:t>intellegi</a:t>
            </a:r>
            <a:r>
              <a:rPr lang="fr-FR" dirty="0"/>
              <a:t> maxime </a:t>
            </a:r>
            <a:r>
              <a:rPr lang="fr-FR" dirty="0" err="1"/>
              <a:t>potest</a:t>
            </a:r>
            <a:r>
              <a:rPr lang="fr-FR" dirty="0"/>
              <a:t>, quod ex </a:t>
            </a:r>
            <a:r>
              <a:rPr lang="fr-FR" dirty="0" err="1"/>
              <a:t>infinita</a:t>
            </a:r>
            <a:r>
              <a:rPr lang="fr-FR" dirty="0"/>
              <a:t> </a:t>
            </a:r>
            <a:r>
              <a:rPr lang="fr-FR" dirty="0" err="1"/>
              <a:t>societate</a:t>
            </a:r>
            <a:r>
              <a:rPr lang="fr-FR" dirty="0"/>
              <a:t> generis </a:t>
            </a:r>
            <a:r>
              <a:rPr lang="fr-FR" dirty="0" err="1"/>
              <a:t>humani</a:t>
            </a:r>
            <a:r>
              <a:rPr lang="fr-FR" dirty="0"/>
              <a:t>, </a:t>
            </a:r>
            <a:r>
              <a:rPr lang="fr-FR" dirty="0" err="1"/>
              <a:t>quam</a:t>
            </a:r>
            <a:r>
              <a:rPr lang="fr-FR" dirty="0"/>
              <a:t> </a:t>
            </a:r>
            <a:r>
              <a:rPr lang="fr-FR" dirty="0" err="1"/>
              <a:t>conciliavit</a:t>
            </a:r>
            <a:r>
              <a:rPr lang="fr-FR" dirty="0"/>
              <a:t> </a:t>
            </a:r>
            <a:r>
              <a:rPr lang="fr-FR" dirty="0" err="1"/>
              <a:t>ipsa</a:t>
            </a:r>
            <a:r>
              <a:rPr lang="fr-FR" dirty="0"/>
              <a:t> </a:t>
            </a:r>
            <a:r>
              <a:rPr lang="fr-FR" dirty="0" err="1"/>
              <a:t>natura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16" name="Espace réservé du texte 10">
            <a:extLst>
              <a:ext uri="{FF2B5EF4-FFF2-40B4-BE49-F238E27FC236}">
                <a16:creationId xmlns:a16="http://schemas.microsoft.com/office/drawing/2014/main" id="{ED874978-7FB5-4749-8468-B1B9C9890F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656" y="3429000"/>
            <a:ext cx="5123881" cy="397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latin typeface="+mn-lt"/>
              </a:defRPr>
            </a:lvl1pPr>
          </a:lstStyle>
          <a:p>
            <a:r>
              <a:rPr lang="fr-FR" dirty="0"/>
              <a:t>Intertitre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465662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 - Titre, Encart Média,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061666"/>
            <a:ext cx="4076700" cy="904294"/>
          </a:xfrm>
          <a:prstGeom prst="rect">
            <a:avLst/>
          </a:prstGeom>
        </p:spPr>
        <p:txBody>
          <a:bodyPr anchor="t"/>
          <a:lstStyle>
            <a:lvl1pPr algn="l">
              <a:defRPr sz="3200" b="0" i="0"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11BACDB-2C1B-834E-B2A2-BDD1B6BD33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017520"/>
            <a:ext cx="12192000" cy="3840480"/>
          </a:xfrm>
          <a:prstGeom prst="rect">
            <a:avLst/>
          </a:prstGeom>
        </p:spPr>
      </p:pic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2EED64B0-0B68-2D49-8BC1-90CEC547A5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690169" y="498158"/>
            <a:ext cx="5663631" cy="1993582"/>
          </a:xfrm>
          <a:prstGeom prst="rect">
            <a:avLst/>
          </a:prstGeom>
        </p:spPr>
        <p:txBody>
          <a:bodyPr/>
          <a:lstStyle>
            <a:lvl1pPr marL="0" indent="0">
              <a:buFont typeface="Police système"/>
              <a:buNone/>
              <a:defRPr sz="1600">
                <a:latin typeface="+mn-lt"/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40009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 - Titre, A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298301C-B465-124C-89AF-97F32ACCF2F0}"/>
              </a:ext>
            </a:extLst>
          </p:cNvPr>
          <p:cNvCxnSpPr>
            <a:cxnSpLocks/>
          </p:cNvCxnSpPr>
          <p:nvPr userDrawn="1"/>
        </p:nvCxnSpPr>
        <p:spPr>
          <a:xfrm>
            <a:off x="1682976" y="2291778"/>
            <a:ext cx="0" cy="430327"/>
          </a:xfrm>
          <a:prstGeom prst="line">
            <a:avLst/>
          </a:prstGeom>
          <a:ln w="952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E8611E03-1FD6-954F-8D58-FCE557CAD815}"/>
              </a:ext>
            </a:extLst>
          </p:cNvPr>
          <p:cNvCxnSpPr>
            <a:cxnSpLocks/>
          </p:cNvCxnSpPr>
          <p:nvPr userDrawn="1"/>
        </p:nvCxnSpPr>
        <p:spPr>
          <a:xfrm>
            <a:off x="1680492" y="3012156"/>
            <a:ext cx="0" cy="461384"/>
          </a:xfrm>
          <a:prstGeom prst="line">
            <a:avLst/>
          </a:prstGeom>
          <a:ln w="952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9B13A7B-095D-404C-B3B7-0F7EB2D83D95}"/>
              </a:ext>
            </a:extLst>
          </p:cNvPr>
          <p:cNvCxnSpPr>
            <a:cxnSpLocks/>
          </p:cNvCxnSpPr>
          <p:nvPr userDrawn="1"/>
        </p:nvCxnSpPr>
        <p:spPr>
          <a:xfrm>
            <a:off x="1685417" y="3763591"/>
            <a:ext cx="0" cy="461384"/>
          </a:xfrm>
          <a:prstGeom prst="line">
            <a:avLst/>
          </a:prstGeom>
          <a:ln w="952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4B740D61-1C52-3348-A102-998B313D4BEF}"/>
              </a:ext>
            </a:extLst>
          </p:cNvPr>
          <p:cNvCxnSpPr>
            <a:cxnSpLocks/>
          </p:cNvCxnSpPr>
          <p:nvPr userDrawn="1"/>
        </p:nvCxnSpPr>
        <p:spPr>
          <a:xfrm>
            <a:off x="1680492" y="4521388"/>
            <a:ext cx="0" cy="430327"/>
          </a:xfrm>
          <a:prstGeom prst="line">
            <a:avLst/>
          </a:prstGeom>
          <a:ln w="952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65A15874-793E-344E-A679-C0B819BB759D}"/>
              </a:ext>
            </a:extLst>
          </p:cNvPr>
          <p:cNvCxnSpPr>
            <a:cxnSpLocks/>
          </p:cNvCxnSpPr>
          <p:nvPr userDrawn="1"/>
        </p:nvCxnSpPr>
        <p:spPr>
          <a:xfrm>
            <a:off x="1680492" y="5266461"/>
            <a:ext cx="0" cy="461384"/>
          </a:xfrm>
          <a:prstGeom prst="line">
            <a:avLst/>
          </a:prstGeom>
          <a:ln w="952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itre 1">
            <a:extLst>
              <a:ext uri="{FF2B5EF4-FFF2-40B4-BE49-F238E27FC236}">
                <a16:creationId xmlns:a16="http://schemas.microsoft.com/office/drawing/2014/main" id="{BE95BBC5-7327-7745-917E-407A351013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5548" y="837944"/>
            <a:ext cx="3811916" cy="1140234"/>
          </a:xfrm>
          <a:prstGeom prst="rect">
            <a:avLst/>
          </a:prstGeom>
        </p:spPr>
        <p:txBody>
          <a:bodyPr anchor="t"/>
          <a:lstStyle>
            <a:lvl1pPr algn="l">
              <a:defRPr sz="3200" b="0" i="0"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2CC423B4-A193-364F-A821-8130253AC6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09243" y="1424091"/>
            <a:ext cx="6014726" cy="4009817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A8598BF-0821-9B45-9853-53713898EB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7135" y="2291778"/>
            <a:ext cx="638652" cy="4487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01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4D45784A-B0E2-B34B-9EA5-D84254E7EA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7135" y="3031186"/>
            <a:ext cx="638652" cy="4487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02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43520558-445A-5648-A2A9-775DC04CC59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7135" y="3763591"/>
            <a:ext cx="638652" cy="4487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03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7263A2B7-A6D2-434F-9212-218BE7A458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7135" y="4524021"/>
            <a:ext cx="638652" cy="4487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04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41AC4569-136F-8C49-935E-E65B19625D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7135" y="5272795"/>
            <a:ext cx="638652" cy="4487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05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0161883-7113-BA49-88CB-ED9CB1A8F5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93481" y="2307623"/>
            <a:ext cx="2783980" cy="423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ET EST ADMODUM MIRUM VIDERE PLEBEM INNUMERAM</a:t>
            </a:r>
          </a:p>
        </p:txBody>
      </p:sp>
      <p:sp>
        <p:nvSpPr>
          <p:cNvPr id="27" name="Espace réservé du texte 4">
            <a:extLst>
              <a:ext uri="{FF2B5EF4-FFF2-40B4-BE49-F238E27FC236}">
                <a16:creationId xmlns:a16="http://schemas.microsoft.com/office/drawing/2014/main" id="{08841606-DBA5-2B40-8597-72372CF56D4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93481" y="3039821"/>
            <a:ext cx="2783980" cy="423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ET EST ADMODUM MIRUM VIDERE PLEBEM INNUMERAM</a:t>
            </a:r>
          </a:p>
        </p:txBody>
      </p:sp>
      <p:sp>
        <p:nvSpPr>
          <p:cNvPr id="34" name="Espace réservé du texte 4">
            <a:extLst>
              <a:ext uri="{FF2B5EF4-FFF2-40B4-BE49-F238E27FC236}">
                <a16:creationId xmlns:a16="http://schemas.microsoft.com/office/drawing/2014/main" id="{5895AE02-3AD7-8D40-A393-FA9F017D16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35709" y="3772019"/>
            <a:ext cx="2783980" cy="423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ET EST ADMODUM MIRUM VIDERE PLEBEM INNUMERAM</a:t>
            </a:r>
          </a:p>
        </p:txBody>
      </p:sp>
      <p:sp>
        <p:nvSpPr>
          <p:cNvPr id="36" name="Espace réservé du texte 4">
            <a:extLst>
              <a:ext uri="{FF2B5EF4-FFF2-40B4-BE49-F238E27FC236}">
                <a16:creationId xmlns:a16="http://schemas.microsoft.com/office/drawing/2014/main" id="{57CD89F0-150E-8E46-BD28-8CF4BF12A4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35709" y="4521388"/>
            <a:ext cx="2783980" cy="423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ET EST ADMODUM MIRUM VIDERE PLEBEM INNUMERAM</a:t>
            </a:r>
          </a:p>
        </p:txBody>
      </p:sp>
      <p:sp>
        <p:nvSpPr>
          <p:cNvPr id="37" name="Espace réservé du texte 4">
            <a:extLst>
              <a:ext uri="{FF2B5EF4-FFF2-40B4-BE49-F238E27FC236}">
                <a16:creationId xmlns:a16="http://schemas.microsoft.com/office/drawing/2014/main" id="{8C3DEC57-49AA-FB42-9D08-F15457106AA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35709" y="5285534"/>
            <a:ext cx="2783980" cy="423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ET EST ADMODUM MIRUM VIDERE PLEBEM INNUMERAM</a:t>
            </a:r>
          </a:p>
        </p:txBody>
      </p:sp>
    </p:spTree>
    <p:extLst>
      <p:ext uri="{BB962C8B-B14F-4D97-AF65-F5344CB8AC3E}">
        <p14:creationId xmlns:p14="http://schemas.microsoft.com/office/powerpoint/2010/main" val="37138242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 - Carte de nos camp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3BC38262-65A6-B34A-A9B9-F93BFE051FB9}"/>
              </a:ext>
            </a:extLst>
          </p:cNvPr>
          <p:cNvGrpSpPr/>
          <p:nvPr userDrawn="1"/>
        </p:nvGrpSpPr>
        <p:grpSpPr>
          <a:xfrm>
            <a:off x="2026720" y="1456246"/>
            <a:ext cx="8138559" cy="4711482"/>
            <a:chOff x="2447148" y="1514435"/>
            <a:chExt cx="8138559" cy="4711482"/>
          </a:xfrm>
        </p:grpSpPr>
        <p:grpSp>
          <p:nvGrpSpPr>
            <p:cNvPr id="5" name="Group 8">
              <a:extLst>
                <a:ext uri="{FF2B5EF4-FFF2-40B4-BE49-F238E27FC236}">
                  <a16:creationId xmlns:a16="http://schemas.microsoft.com/office/drawing/2014/main" id="{C8DF6680-C66F-EF45-BB0A-6C49921A18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7148" y="1514435"/>
              <a:ext cx="7199970" cy="4711482"/>
              <a:chOff x="-8" y="-8"/>
              <a:chExt cx="9085" cy="5945"/>
            </a:xfrm>
            <a:solidFill>
              <a:schemeClr val="bg1">
                <a:lumMod val="85000"/>
              </a:schemeClr>
            </a:solidFill>
          </p:grpSpPr>
          <p:sp>
            <p:nvSpPr>
              <p:cNvPr id="79" name="Freeform 9">
                <a:extLst>
                  <a:ext uri="{FF2B5EF4-FFF2-40B4-BE49-F238E27FC236}">
                    <a16:creationId xmlns:a16="http://schemas.microsoft.com/office/drawing/2014/main" id="{04DDD04C-3AFF-7140-AEE0-A64C71E81F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-8" y="1385"/>
                <a:ext cx="3437" cy="4552"/>
              </a:xfrm>
              <a:custGeom>
                <a:avLst/>
                <a:gdLst/>
                <a:ahLst/>
                <a:cxnLst>
                  <a:cxn ang="0">
                    <a:pos x="307" y="253"/>
                  </a:cxn>
                  <a:cxn ang="0">
                    <a:pos x="36" y="389"/>
                  </a:cxn>
                  <a:cxn ang="0">
                    <a:pos x="152" y="535"/>
                  </a:cxn>
                  <a:cxn ang="0">
                    <a:pos x="54" y="621"/>
                  </a:cxn>
                  <a:cxn ang="0">
                    <a:pos x="107" y="700"/>
                  </a:cxn>
                  <a:cxn ang="0">
                    <a:pos x="98" y="861"/>
                  </a:cxn>
                  <a:cxn ang="0">
                    <a:pos x="236" y="886"/>
                  </a:cxn>
                  <a:cxn ang="0">
                    <a:pos x="316" y="886"/>
                  </a:cxn>
                  <a:cxn ang="0">
                    <a:pos x="368" y="861"/>
                  </a:cxn>
                  <a:cxn ang="0">
                    <a:pos x="477" y="831"/>
                  </a:cxn>
                  <a:cxn ang="0">
                    <a:pos x="720" y="885"/>
                  </a:cxn>
                  <a:cxn ang="0">
                    <a:pos x="877" y="1132"/>
                  </a:cxn>
                  <a:cxn ang="0">
                    <a:pos x="983" y="1325"/>
                  </a:cxn>
                  <a:cxn ang="0">
                    <a:pos x="1074" y="1700"/>
                  </a:cxn>
                  <a:cxn ang="0">
                    <a:pos x="1256" y="1957"/>
                  </a:cxn>
                  <a:cxn ang="0">
                    <a:pos x="1266" y="1862"/>
                  </a:cxn>
                  <a:cxn ang="0">
                    <a:pos x="1649" y="2164"/>
                  </a:cxn>
                  <a:cxn ang="0">
                    <a:pos x="1922" y="2341"/>
                  </a:cxn>
                  <a:cxn ang="0">
                    <a:pos x="1964" y="2526"/>
                  </a:cxn>
                  <a:cxn ang="0">
                    <a:pos x="2062" y="2838"/>
                  </a:cxn>
                  <a:cxn ang="0">
                    <a:pos x="2122" y="3477"/>
                  </a:cxn>
                  <a:cxn ang="0">
                    <a:pos x="2109" y="3696"/>
                  </a:cxn>
                  <a:cxn ang="0">
                    <a:pos x="2116" y="3854"/>
                  </a:cxn>
                  <a:cxn ang="0">
                    <a:pos x="2242" y="3807"/>
                  </a:cxn>
                  <a:cxn ang="0">
                    <a:pos x="2323" y="3576"/>
                  </a:cxn>
                  <a:cxn ang="0">
                    <a:pos x="2463" y="3339"/>
                  </a:cxn>
                  <a:cxn ang="0">
                    <a:pos x="2680" y="3123"/>
                  </a:cxn>
                  <a:cxn ang="0">
                    <a:pos x="2980" y="2650"/>
                  </a:cxn>
                  <a:cxn ang="0">
                    <a:pos x="2655" y="2553"/>
                  </a:cxn>
                  <a:cxn ang="0">
                    <a:pos x="2498" y="2390"/>
                  </a:cxn>
                  <a:cxn ang="0">
                    <a:pos x="2235" y="2280"/>
                  </a:cxn>
                  <a:cxn ang="0">
                    <a:pos x="2006" y="2316"/>
                  </a:cxn>
                  <a:cxn ang="0">
                    <a:pos x="1812" y="2048"/>
                  </a:cxn>
                  <a:cxn ang="0">
                    <a:pos x="1630" y="1860"/>
                  </a:cxn>
                  <a:cxn ang="0">
                    <a:pos x="1883" y="1826"/>
                  </a:cxn>
                  <a:cxn ang="0">
                    <a:pos x="2055" y="1688"/>
                  </a:cxn>
                  <a:cxn ang="0">
                    <a:pos x="2180" y="1463"/>
                  </a:cxn>
                  <a:cxn ang="0">
                    <a:pos x="2360" y="1394"/>
                  </a:cxn>
                  <a:cxn ang="0">
                    <a:pos x="2215" y="1292"/>
                  </a:cxn>
                  <a:cxn ang="0">
                    <a:pos x="2500" y="1098"/>
                  </a:cxn>
                  <a:cxn ang="0">
                    <a:pos x="2284" y="895"/>
                  </a:cxn>
                  <a:cxn ang="0">
                    <a:pos x="2100" y="740"/>
                  </a:cxn>
                  <a:cxn ang="0">
                    <a:pos x="2050" y="987"/>
                  </a:cxn>
                  <a:cxn ang="0">
                    <a:pos x="1925" y="1129"/>
                  </a:cxn>
                  <a:cxn ang="0">
                    <a:pos x="1679" y="913"/>
                  </a:cxn>
                  <a:cxn ang="0">
                    <a:pos x="1725" y="663"/>
                  </a:cxn>
                  <a:cxn ang="0">
                    <a:pos x="1822" y="574"/>
                  </a:cxn>
                  <a:cxn ang="0">
                    <a:pos x="1925" y="359"/>
                  </a:cxn>
                  <a:cxn ang="0">
                    <a:pos x="1822" y="466"/>
                  </a:cxn>
                  <a:cxn ang="0">
                    <a:pos x="1709" y="333"/>
                  </a:cxn>
                  <a:cxn ang="0">
                    <a:pos x="1735" y="24"/>
                  </a:cxn>
                  <a:cxn ang="0">
                    <a:pos x="1607" y="243"/>
                  </a:cxn>
                  <a:cxn ang="0">
                    <a:pos x="1607" y="422"/>
                  </a:cxn>
                  <a:cxn ang="0">
                    <a:pos x="1426" y="421"/>
                  </a:cxn>
                  <a:cxn ang="0">
                    <a:pos x="1330" y="453"/>
                  </a:cxn>
                  <a:cxn ang="0">
                    <a:pos x="1040" y="322"/>
                  </a:cxn>
                  <a:cxn ang="0">
                    <a:pos x="791" y="347"/>
                  </a:cxn>
                </a:cxnLst>
                <a:rect l="0" t="0" r="r" b="b"/>
                <a:pathLst>
                  <a:path w="2990" h="3967">
                    <a:moveTo>
                      <a:pt x="546" y="300"/>
                    </a:moveTo>
                    <a:cubicBezTo>
                      <a:pt x="494" y="305"/>
                      <a:pt x="494" y="305"/>
                      <a:pt x="494" y="305"/>
                    </a:cubicBezTo>
                    <a:cubicBezTo>
                      <a:pt x="494" y="305"/>
                      <a:pt x="487" y="316"/>
                      <a:pt x="457" y="296"/>
                    </a:cubicBezTo>
                    <a:cubicBezTo>
                      <a:pt x="427" y="276"/>
                      <a:pt x="408" y="273"/>
                      <a:pt x="396" y="274"/>
                    </a:cubicBezTo>
                    <a:cubicBezTo>
                      <a:pt x="385" y="276"/>
                      <a:pt x="353" y="269"/>
                      <a:pt x="353" y="269"/>
                    </a:cubicBezTo>
                    <a:cubicBezTo>
                      <a:pt x="349" y="251"/>
                      <a:pt x="349" y="251"/>
                      <a:pt x="349" y="251"/>
                    </a:cubicBezTo>
                    <a:cubicBezTo>
                      <a:pt x="349" y="251"/>
                      <a:pt x="337" y="244"/>
                      <a:pt x="332" y="244"/>
                    </a:cubicBezTo>
                    <a:cubicBezTo>
                      <a:pt x="327" y="244"/>
                      <a:pt x="327" y="263"/>
                      <a:pt x="307" y="253"/>
                    </a:cubicBezTo>
                    <a:cubicBezTo>
                      <a:pt x="287" y="243"/>
                      <a:pt x="287" y="239"/>
                      <a:pt x="268" y="231"/>
                    </a:cubicBezTo>
                    <a:cubicBezTo>
                      <a:pt x="250" y="222"/>
                      <a:pt x="235" y="206"/>
                      <a:pt x="233" y="222"/>
                    </a:cubicBezTo>
                    <a:cubicBezTo>
                      <a:pt x="231" y="239"/>
                      <a:pt x="228" y="253"/>
                      <a:pt x="208" y="258"/>
                    </a:cubicBezTo>
                    <a:cubicBezTo>
                      <a:pt x="187" y="263"/>
                      <a:pt x="186" y="263"/>
                      <a:pt x="174" y="274"/>
                    </a:cubicBezTo>
                    <a:cubicBezTo>
                      <a:pt x="162" y="286"/>
                      <a:pt x="160" y="283"/>
                      <a:pt x="139" y="300"/>
                    </a:cubicBezTo>
                    <a:cubicBezTo>
                      <a:pt x="117" y="316"/>
                      <a:pt x="103" y="333"/>
                      <a:pt x="101" y="347"/>
                    </a:cubicBezTo>
                    <a:cubicBezTo>
                      <a:pt x="100" y="360"/>
                      <a:pt x="101" y="382"/>
                      <a:pt x="76" y="382"/>
                    </a:cubicBezTo>
                    <a:cubicBezTo>
                      <a:pt x="51" y="382"/>
                      <a:pt x="36" y="389"/>
                      <a:pt x="36" y="389"/>
                    </a:cubicBezTo>
                    <a:cubicBezTo>
                      <a:pt x="34" y="404"/>
                      <a:pt x="34" y="404"/>
                      <a:pt x="34" y="404"/>
                    </a:cubicBezTo>
                    <a:cubicBezTo>
                      <a:pt x="34" y="414"/>
                      <a:pt x="68" y="427"/>
                      <a:pt x="78" y="436"/>
                    </a:cubicBezTo>
                    <a:cubicBezTo>
                      <a:pt x="88" y="444"/>
                      <a:pt x="100" y="486"/>
                      <a:pt x="107" y="490"/>
                    </a:cubicBezTo>
                    <a:cubicBezTo>
                      <a:pt x="113" y="493"/>
                      <a:pt x="122" y="483"/>
                      <a:pt x="128" y="490"/>
                    </a:cubicBezTo>
                    <a:cubicBezTo>
                      <a:pt x="135" y="496"/>
                      <a:pt x="125" y="503"/>
                      <a:pt x="137" y="505"/>
                    </a:cubicBezTo>
                    <a:cubicBezTo>
                      <a:pt x="149" y="506"/>
                      <a:pt x="164" y="506"/>
                      <a:pt x="174" y="508"/>
                    </a:cubicBezTo>
                    <a:cubicBezTo>
                      <a:pt x="184" y="510"/>
                      <a:pt x="189" y="525"/>
                      <a:pt x="179" y="527"/>
                    </a:cubicBezTo>
                    <a:cubicBezTo>
                      <a:pt x="169" y="528"/>
                      <a:pt x="155" y="527"/>
                      <a:pt x="152" y="535"/>
                    </a:cubicBezTo>
                    <a:cubicBezTo>
                      <a:pt x="149" y="543"/>
                      <a:pt x="135" y="547"/>
                      <a:pt x="122" y="545"/>
                    </a:cubicBezTo>
                    <a:cubicBezTo>
                      <a:pt x="108" y="543"/>
                      <a:pt x="100" y="538"/>
                      <a:pt x="96" y="527"/>
                    </a:cubicBezTo>
                    <a:cubicBezTo>
                      <a:pt x="93" y="515"/>
                      <a:pt x="95" y="491"/>
                      <a:pt x="76" y="510"/>
                    </a:cubicBezTo>
                    <a:cubicBezTo>
                      <a:pt x="58" y="528"/>
                      <a:pt x="56" y="535"/>
                      <a:pt x="48" y="538"/>
                    </a:cubicBezTo>
                    <a:cubicBezTo>
                      <a:pt x="39" y="542"/>
                      <a:pt x="19" y="552"/>
                      <a:pt x="14" y="559"/>
                    </a:cubicBezTo>
                    <a:cubicBezTo>
                      <a:pt x="9" y="565"/>
                      <a:pt x="0" y="579"/>
                      <a:pt x="14" y="582"/>
                    </a:cubicBezTo>
                    <a:cubicBezTo>
                      <a:pt x="27" y="585"/>
                      <a:pt x="32" y="592"/>
                      <a:pt x="36" y="602"/>
                    </a:cubicBezTo>
                    <a:cubicBezTo>
                      <a:pt x="39" y="612"/>
                      <a:pt x="41" y="617"/>
                      <a:pt x="54" y="621"/>
                    </a:cubicBezTo>
                    <a:cubicBezTo>
                      <a:pt x="68" y="624"/>
                      <a:pt x="91" y="626"/>
                      <a:pt x="91" y="626"/>
                    </a:cubicBezTo>
                    <a:cubicBezTo>
                      <a:pt x="91" y="626"/>
                      <a:pt x="100" y="617"/>
                      <a:pt x="110" y="624"/>
                    </a:cubicBezTo>
                    <a:cubicBezTo>
                      <a:pt x="120" y="631"/>
                      <a:pt x="122" y="617"/>
                      <a:pt x="142" y="616"/>
                    </a:cubicBezTo>
                    <a:cubicBezTo>
                      <a:pt x="162" y="614"/>
                      <a:pt x="152" y="636"/>
                      <a:pt x="152" y="636"/>
                    </a:cubicBezTo>
                    <a:cubicBezTo>
                      <a:pt x="155" y="666"/>
                      <a:pt x="155" y="666"/>
                      <a:pt x="155" y="666"/>
                    </a:cubicBezTo>
                    <a:cubicBezTo>
                      <a:pt x="139" y="680"/>
                      <a:pt x="139" y="680"/>
                      <a:pt x="139" y="680"/>
                    </a:cubicBezTo>
                    <a:cubicBezTo>
                      <a:pt x="120" y="683"/>
                      <a:pt x="120" y="683"/>
                      <a:pt x="120" y="683"/>
                    </a:cubicBezTo>
                    <a:cubicBezTo>
                      <a:pt x="107" y="700"/>
                      <a:pt x="107" y="700"/>
                      <a:pt x="107" y="700"/>
                    </a:cubicBezTo>
                    <a:cubicBezTo>
                      <a:pt x="107" y="700"/>
                      <a:pt x="85" y="703"/>
                      <a:pt x="80" y="707"/>
                    </a:cubicBezTo>
                    <a:cubicBezTo>
                      <a:pt x="74" y="710"/>
                      <a:pt x="56" y="730"/>
                      <a:pt x="56" y="730"/>
                    </a:cubicBezTo>
                    <a:cubicBezTo>
                      <a:pt x="41" y="752"/>
                      <a:pt x="41" y="752"/>
                      <a:pt x="41" y="752"/>
                    </a:cubicBezTo>
                    <a:cubicBezTo>
                      <a:pt x="41" y="752"/>
                      <a:pt x="41" y="770"/>
                      <a:pt x="49" y="777"/>
                    </a:cubicBezTo>
                    <a:cubicBezTo>
                      <a:pt x="58" y="784"/>
                      <a:pt x="53" y="782"/>
                      <a:pt x="66" y="794"/>
                    </a:cubicBezTo>
                    <a:cubicBezTo>
                      <a:pt x="80" y="806"/>
                      <a:pt x="83" y="816"/>
                      <a:pt x="83" y="816"/>
                    </a:cubicBezTo>
                    <a:cubicBezTo>
                      <a:pt x="91" y="848"/>
                      <a:pt x="91" y="848"/>
                      <a:pt x="91" y="848"/>
                    </a:cubicBezTo>
                    <a:cubicBezTo>
                      <a:pt x="98" y="861"/>
                      <a:pt x="98" y="861"/>
                      <a:pt x="98" y="861"/>
                    </a:cubicBezTo>
                    <a:cubicBezTo>
                      <a:pt x="127" y="821"/>
                      <a:pt x="127" y="821"/>
                      <a:pt x="127" y="821"/>
                    </a:cubicBezTo>
                    <a:cubicBezTo>
                      <a:pt x="127" y="821"/>
                      <a:pt x="135" y="838"/>
                      <a:pt x="135" y="843"/>
                    </a:cubicBezTo>
                    <a:cubicBezTo>
                      <a:pt x="135" y="888"/>
                      <a:pt x="135" y="888"/>
                      <a:pt x="135" y="888"/>
                    </a:cubicBezTo>
                    <a:cubicBezTo>
                      <a:pt x="135" y="895"/>
                      <a:pt x="150" y="900"/>
                      <a:pt x="155" y="898"/>
                    </a:cubicBezTo>
                    <a:cubicBezTo>
                      <a:pt x="160" y="897"/>
                      <a:pt x="157" y="883"/>
                      <a:pt x="169" y="885"/>
                    </a:cubicBezTo>
                    <a:cubicBezTo>
                      <a:pt x="181" y="886"/>
                      <a:pt x="182" y="893"/>
                      <a:pt x="192" y="897"/>
                    </a:cubicBezTo>
                    <a:cubicBezTo>
                      <a:pt x="203" y="900"/>
                      <a:pt x="214" y="902"/>
                      <a:pt x="219" y="898"/>
                    </a:cubicBezTo>
                    <a:cubicBezTo>
                      <a:pt x="224" y="895"/>
                      <a:pt x="231" y="886"/>
                      <a:pt x="236" y="886"/>
                    </a:cubicBezTo>
                    <a:cubicBezTo>
                      <a:pt x="241" y="886"/>
                      <a:pt x="233" y="912"/>
                      <a:pt x="226" y="927"/>
                    </a:cubicBezTo>
                    <a:cubicBezTo>
                      <a:pt x="219" y="942"/>
                      <a:pt x="192" y="970"/>
                      <a:pt x="179" y="982"/>
                    </a:cubicBezTo>
                    <a:cubicBezTo>
                      <a:pt x="166" y="994"/>
                      <a:pt x="142" y="1011"/>
                      <a:pt x="128" y="1019"/>
                    </a:cubicBezTo>
                    <a:cubicBezTo>
                      <a:pt x="115" y="1028"/>
                      <a:pt x="110" y="1050"/>
                      <a:pt x="118" y="1050"/>
                    </a:cubicBezTo>
                    <a:cubicBezTo>
                      <a:pt x="127" y="1050"/>
                      <a:pt x="140" y="1039"/>
                      <a:pt x="154" y="1031"/>
                    </a:cubicBezTo>
                    <a:cubicBezTo>
                      <a:pt x="167" y="1023"/>
                      <a:pt x="248" y="976"/>
                      <a:pt x="255" y="964"/>
                    </a:cubicBezTo>
                    <a:cubicBezTo>
                      <a:pt x="262" y="952"/>
                      <a:pt x="290" y="923"/>
                      <a:pt x="295" y="920"/>
                    </a:cubicBezTo>
                    <a:cubicBezTo>
                      <a:pt x="300" y="917"/>
                      <a:pt x="321" y="897"/>
                      <a:pt x="316" y="886"/>
                    </a:cubicBezTo>
                    <a:cubicBezTo>
                      <a:pt x="310" y="876"/>
                      <a:pt x="305" y="865"/>
                      <a:pt x="319" y="858"/>
                    </a:cubicBezTo>
                    <a:cubicBezTo>
                      <a:pt x="332" y="851"/>
                      <a:pt x="348" y="834"/>
                      <a:pt x="349" y="828"/>
                    </a:cubicBezTo>
                    <a:cubicBezTo>
                      <a:pt x="351" y="821"/>
                      <a:pt x="354" y="802"/>
                      <a:pt x="368" y="794"/>
                    </a:cubicBezTo>
                    <a:cubicBezTo>
                      <a:pt x="381" y="786"/>
                      <a:pt x="400" y="775"/>
                      <a:pt x="400" y="775"/>
                    </a:cubicBezTo>
                    <a:cubicBezTo>
                      <a:pt x="408" y="794"/>
                      <a:pt x="408" y="794"/>
                      <a:pt x="408" y="794"/>
                    </a:cubicBezTo>
                    <a:cubicBezTo>
                      <a:pt x="408" y="794"/>
                      <a:pt x="366" y="809"/>
                      <a:pt x="368" y="814"/>
                    </a:cubicBezTo>
                    <a:cubicBezTo>
                      <a:pt x="369" y="819"/>
                      <a:pt x="349" y="849"/>
                      <a:pt x="354" y="856"/>
                    </a:cubicBezTo>
                    <a:cubicBezTo>
                      <a:pt x="359" y="863"/>
                      <a:pt x="369" y="855"/>
                      <a:pt x="368" y="861"/>
                    </a:cubicBezTo>
                    <a:cubicBezTo>
                      <a:pt x="366" y="868"/>
                      <a:pt x="359" y="885"/>
                      <a:pt x="359" y="885"/>
                    </a:cubicBezTo>
                    <a:cubicBezTo>
                      <a:pt x="359" y="885"/>
                      <a:pt x="373" y="871"/>
                      <a:pt x="380" y="866"/>
                    </a:cubicBezTo>
                    <a:cubicBezTo>
                      <a:pt x="386" y="861"/>
                      <a:pt x="415" y="846"/>
                      <a:pt x="422" y="841"/>
                    </a:cubicBezTo>
                    <a:cubicBezTo>
                      <a:pt x="428" y="836"/>
                      <a:pt x="442" y="843"/>
                      <a:pt x="440" y="826"/>
                    </a:cubicBezTo>
                    <a:cubicBezTo>
                      <a:pt x="439" y="809"/>
                      <a:pt x="437" y="799"/>
                      <a:pt x="450" y="797"/>
                    </a:cubicBezTo>
                    <a:cubicBezTo>
                      <a:pt x="464" y="796"/>
                      <a:pt x="472" y="787"/>
                      <a:pt x="477" y="797"/>
                    </a:cubicBezTo>
                    <a:cubicBezTo>
                      <a:pt x="482" y="807"/>
                      <a:pt x="474" y="811"/>
                      <a:pt x="472" y="819"/>
                    </a:cubicBezTo>
                    <a:cubicBezTo>
                      <a:pt x="471" y="828"/>
                      <a:pt x="466" y="836"/>
                      <a:pt x="477" y="831"/>
                    </a:cubicBezTo>
                    <a:cubicBezTo>
                      <a:pt x="489" y="826"/>
                      <a:pt x="487" y="819"/>
                      <a:pt x="496" y="821"/>
                    </a:cubicBezTo>
                    <a:cubicBezTo>
                      <a:pt x="504" y="823"/>
                      <a:pt x="519" y="833"/>
                      <a:pt x="536" y="836"/>
                    </a:cubicBezTo>
                    <a:cubicBezTo>
                      <a:pt x="553" y="839"/>
                      <a:pt x="577" y="843"/>
                      <a:pt x="587" y="843"/>
                    </a:cubicBezTo>
                    <a:cubicBezTo>
                      <a:pt x="597" y="843"/>
                      <a:pt x="612" y="836"/>
                      <a:pt x="626" y="839"/>
                    </a:cubicBezTo>
                    <a:cubicBezTo>
                      <a:pt x="639" y="843"/>
                      <a:pt x="651" y="841"/>
                      <a:pt x="648" y="851"/>
                    </a:cubicBezTo>
                    <a:cubicBezTo>
                      <a:pt x="644" y="861"/>
                      <a:pt x="658" y="870"/>
                      <a:pt x="661" y="876"/>
                    </a:cubicBezTo>
                    <a:cubicBezTo>
                      <a:pt x="664" y="883"/>
                      <a:pt x="693" y="891"/>
                      <a:pt x="700" y="890"/>
                    </a:cubicBezTo>
                    <a:cubicBezTo>
                      <a:pt x="707" y="888"/>
                      <a:pt x="710" y="878"/>
                      <a:pt x="720" y="885"/>
                    </a:cubicBezTo>
                    <a:cubicBezTo>
                      <a:pt x="730" y="891"/>
                      <a:pt x="744" y="922"/>
                      <a:pt x="752" y="934"/>
                    </a:cubicBezTo>
                    <a:cubicBezTo>
                      <a:pt x="760" y="945"/>
                      <a:pt x="755" y="955"/>
                      <a:pt x="760" y="960"/>
                    </a:cubicBezTo>
                    <a:cubicBezTo>
                      <a:pt x="766" y="965"/>
                      <a:pt x="767" y="962"/>
                      <a:pt x="781" y="965"/>
                    </a:cubicBezTo>
                    <a:cubicBezTo>
                      <a:pt x="794" y="969"/>
                      <a:pt x="793" y="972"/>
                      <a:pt x="803" y="984"/>
                    </a:cubicBezTo>
                    <a:cubicBezTo>
                      <a:pt x="813" y="996"/>
                      <a:pt x="819" y="1004"/>
                      <a:pt x="823" y="1016"/>
                    </a:cubicBezTo>
                    <a:cubicBezTo>
                      <a:pt x="826" y="1028"/>
                      <a:pt x="838" y="1044"/>
                      <a:pt x="838" y="1051"/>
                    </a:cubicBezTo>
                    <a:cubicBezTo>
                      <a:pt x="838" y="1058"/>
                      <a:pt x="862" y="1092"/>
                      <a:pt x="862" y="1100"/>
                    </a:cubicBezTo>
                    <a:cubicBezTo>
                      <a:pt x="862" y="1108"/>
                      <a:pt x="862" y="1127"/>
                      <a:pt x="877" y="1132"/>
                    </a:cubicBezTo>
                    <a:cubicBezTo>
                      <a:pt x="892" y="1137"/>
                      <a:pt x="899" y="1144"/>
                      <a:pt x="900" y="1159"/>
                    </a:cubicBezTo>
                    <a:cubicBezTo>
                      <a:pt x="902" y="1174"/>
                      <a:pt x="905" y="1176"/>
                      <a:pt x="912" y="1182"/>
                    </a:cubicBezTo>
                    <a:cubicBezTo>
                      <a:pt x="919" y="1189"/>
                      <a:pt x="939" y="1211"/>
                      <a:pt x="956" y="1219"/>
                    </a:cubicBezTo>
                    <a:cubicBezTo>
                      <a:pt x="973" y="1228"/>
                      <a:pt x="991" y="1240"/>
                      <a:pt x="1000" y="1250"/>
                    </a:cubicBezTo>
                    <a:cubicBezTo>
                      <a:pt x="1008" y="1260"/>
                      <a:pt x="1020" y="1268"/>
                      <a:pt x="1017" y="1283"/>
                    </a:cubicBezTo>
                    <a:cubicBezTo>
                      <a:pt x="1013" y="1298"/>
                      <a:pt x="1017" y="1317"/>
                      <a:pt x="1000" y="1307"/>
                    </a:cubicBezTo>
                    <a:cubicBezTo>
                      <a:pt x="983" y="1297"/>
                      <a:pt x="956" y="1280"/>
                      <a:pt x="963" y="1295"/>
                    </a:cubicBezTo>
                    <a:cubicBezTo>
                      <a:pt x="970" y="1310"/>
                      <a:pt x="978" y="1317"/>
                      <a:pt x="983" y="1325"/>
                    </a:cubicBezTo>
                    <a:cubicBezTo>
                      <a:pt x="988" y="1334"/>
                      <a:pt x="1000" y="1344"/>
                      <a:pt x="998" y="1354"/>
                    </a:cubicBezTo>
                    <a:cubicBezTo>
                      <a:pt x="996" y="1364"/>
                      <a:pt x="980" y="1369"/>
                      <a:pt x="980" y="1381"/>
                    </a:cubicBezTo>
                    <a:cubicBezTo>
                      <a:pt x="980" y="1392"/>
                      <a:pt x="986" y="1435"/>
                      <a:pt x="983" y="1448"/>
                    </a:cubicBezTo>
                    <a:cubicBezTo>
                      <a:pt x="980" y="1461"/>
                      <a:pt x="964" y="1503"/>
                      <a:pt x="978" y="1525"/>
                    </a:cubicBezTo>
                    <a:cubicBezTo>
                      <a:pt x="991" y="1547"/>
                      <a:pt x="983" y="1549"/>
                      <a:pt x="991" y="1566"/>
                    </a:cubicBezTo>
                    <a:cubicBezTo>
                      <a:pt x="1000" y="1582"/>
                      <a:pt x="998" y="1584"/>
                      <a:pt x="1018" y="1601"/>
                    </a:cubicBezTo>
                    <a:cubicBezTo>
                      <a:pt x="1039" y="1618"/>
                      <a:pt x="1042" y="1667"/>
                      <a:pt x="1049" y="1678"/>
                    </a:cubicBezTo>
                    <a:cubicBezTo>
                      <a:pt x="1055" y="1690"/>
                      <a:pt x="1061" y="1697"/>
                      <a:pt x="1074" y="1700"/>
                    </a:cubicBezTo>
                    <a:cubicBezTo>
                      <a:pt x="1087" y="1704"/>
                      <a:pt x="1087" y="1704"/>
                      <a:pt x="1103" y="1717"/>
                    </a:cubicBezTo>
                    <a:cubicBezTo>
                      <a:pt x="1118" y="1730"/>
                      <a:pt x="1131" y="1746"/>
                      <a:pt x="1145" y="1764"/>
                    </a:cubicBezTo>
                    <a:cubicBezTo>
                      <a:pt x="1158" y="1783"/>
                      <a:pt x="1160" y="1804"/>
                      <a:pt x="1170" y="1818"/>
                    </a:cubicBezTo>
                    <a:cubicBezTo>
                      <a:pt x="1180" y="1831"/>
                      <a:pt x="1187" y="1855"/>
                      <a:pt x="1197" y="1860"/>
                    </a:cubicBezTo>
                    <a:cubicBezTo>
                      <a:pt x="1207" y="1865"/>
                      <a:pt x="1209" y="1878"/>
                      <a:pt x="1202" y="1883"/>
                    </a:cubicBezTo>
                    <a:cubicBezTo>
                      <a:pt x="1195" y="1888"/>
                      <a:pt x="1207" y="1899"/>
                      <a:pt x="1221" y="1905"/>
                    </a:cubicBezTo>
                    <a:cubicBezTo>
                      <a:pt x="1234" y="1912"/>
                      <a:pt x="1253" y="1922"/>
                      <a:pt x="1253" y="1930"/>
                    </a:cubicBezTo>
                    <a:cubicBezTo>
                      <a:pt x="1253" y="1939"/>
                      <a:pt x="1251" y="1951"/>
                      <a:pt x="1256" y="1957"/>
                    </a:cubicBezTo>
                    <a:cubicBezTo>
                      <a:pt x="1261" y="1964"/>
                      <a:pt x="1295" y="1999"/>
                      <a:pt x="1302" y="1996"/>
                    </a:cubicBezTo>
                    <a:cubicBezTo>
                      <a:pt x="1308" y="1993"/>
                      <a:pt x="1300" y="1978"/>
                      <a:pt x="1293" y="1969"/>
                    </a:cubicBezTo>
                    <a:cubicBezTo>
                      <a:pt x="1286" y="1961"/>
                      <a:pt x="1266" y="1929"/>
                      <a:pt x="1264" y="1915"/>
                    </a:cubicBezTo>
                    <a:cubicBezTo>
                      <a:pt x="1263" y="1902"/>
                      <a:pt x="1237" y="1882"/>
                      <a:pt x="1237" y="1875"/>
                    </a:cubicBezTo>
                    <a:cubicBezTo>
                      <a:pt x="1237" y="1868"/>
                      <a:pt x="1212" y="1828"/>
                      <a:pt x="1207" y="1818"/>
                    </a:cubicBezTo>
                    <a:cubicBezTo>
                      <a:pt x="1202" y="1808"/>
                      <a:pt x="1170" y="1774"/>
                      <a:pt x="1192" y="1777"/>
                    </a:cubicBezTo>
                    <a:cubicBezTo>
                      <a:pt x="1214" y="1781"/>
                      <a:pt x="1227" y="1788"/>
                      <a:pt x="1234" y="1798"/>
                    </a:cubicBezTo>
                    <a:cubicBezTo>
                      <a:pt x="1241" y="1808"/>
                      <a:pt x="1253" y="1845"/>
                      <a:pt x="1266" y="1862"/>
                    </a:cubicBezTo>
                    <a:cubicBezTo>
                      <a:pt x="1280" y="1878"/>
                      <a:pt x="1318" y="1924"/>
                      <a:pt x="1323" y="1936"/>
                    </a:cubicBezTo>
                    <a:cubicBezTo>
                      <a:pt x="1329" y="1947"/>
                      <a:pt x="1334" y="1964"/>
                      <a:pt x="1349" y="1971"/>
                    </a:cubicBezTo>
                    <a:cubicBezTo>
                      <a:pt x="1364" y="1978"/>
                      <a:pt x="1367" y="1973"/>
                      <a:pt x="1381" y="1988"/>
                    </a:cubicBezTo>
                    <a:cubicBezTo>
                      <a:pt x="1394" y="2003"/>
                      <a:pt x="1401" y="2020"/>
                      <a:pt x="1403" y="2038"/>
                    </a:cubicBezTo>
                    <a:cubicBezTo>
                      <a:pt x="1404" y="2057"/>
                      <a:pt x="1384" y="2065"/>
                      <a:pt x="1406" y="2077"/>
                    </a:cubicBezTo>
                    <a:cubicBezTo>
                      <a:pt x="1428" y="2089"/>
                      <a:pt x="1468" y="2117"/>
                      <a:pt x="1502" y="2131"/>
                    </a:cubicBezTo>
                    <a:cubicBezTo>
                      <a:pt x="1536" y="2144"/>
                      <a:pt x="1603" y="2176"/>
                      <a:pt x="1617" y="2171"/>
                    </a:cubicBezTo>
                    <a:cubicBezTo>
                      <a:pt x="1630" y="2166"/>
                      <a:pt x="1634" y="2157"/>
                      <a:pt x="1649" y="2164"/>
                    </a:cubicBezTo>
                    <a:cubicBezTo>
                      <a:pt x="1664" y="2171"/>
                      <a:pt x="1671" y="2173"/>
                      <a:pt x="1679" y="2186"/>
                    </a:cubicBezTo>
                    <a:cubicBezTo>
                      <a:pt x="1688" y="2199"/>
                      <a:pt x="1689" y="2201"/>
                      <a:pt x="1704" y="2205"/>
                    </a:cubicBezTo>
                    <a:cubicBezTo>
                      <a:pt x="1720" y="2208"/>
                      <a:pt x="1726" y="2211"/>
                      <a:pt x="1735" y="2213"/>
                    </a:cubicBezTo>
                    <a:cubicBezTo>
                      <a:pt x="1743" y="2215"/>
                      <a:pt x="1765" y="2223"/>
                      <a:pt x="1765" y="2223"/>
                    </a:cubicBezTo>
                    <a:cubicBezTo>
                      <a:pt x="1765" y="2223"/>
                      <a:pt x="1790" y="2223"/>
                      <a:pt x="1807" y="2230"/>
                    </a:cubicBezTo>
                    <a:cubicBezTo>
                      <a:pt x="1824" y="2237"/>
                      <a:pt x="1827" y="2252"/>
                      <a:pt x="1841" y="2262"/>
                    </a:cubicBezTo>
                    <a:cubicBezTo>
                      <a:pt x="1854" y="2272"/>
                      <a:pt x="1853" y="2289"/>
                      <a:pt x="1873" y="2304"/>
                    </a:cubicBezTo>
                    <a:cubicBezTo>
                      <a:pt x="1893" y="2319"/>
                      <a:pt x="1910" y="2331"/>
                      <a:pt x="1922" y="2341"/>
                    </a:cubicBezTo>
                    <a:cubicBezTo>
                      <a:pt x="1934" y="2351"/>
                      <a:pt x="1944" y="2347"/>
                      <a:pt x="1947" y="2356"/>
                    </a:cubicBezTo>
                    <a:cubicBezTo>
                      <a:pt x="1950" y="2364"/>
                      <a:pt x="1950" y="2368"/>
                      <a:pt x="1959" y="2361"/>
                    </a:cubicBezTo>
                    <a:cubicBezTo>
                      <a:pt x="1967" y="2354"/>
                      <a:pt x="1972" y="2341"/>
                      <a:pt x="1984" y="2339"/>
                    </a:cubicBezTo>
                    <a:cubicBezTo>
                      <a:pt x="1996" y="2337"/>
                      <a:pt x="1998" y="2322"/>
                      <a:pt x="2008" y="2339"/>
                    </a:cubicBezTo>
                    <a:cubicBezTo>
                      <a:pt x="2018" y="2356"/>
                      <a:pt x="2020" y="2356"/>
                      <a:pt x="2021" y="2368"/>
                    </a:cubicBezTo>
                    <a:cubicBezTo>
                      <a:pt x="2023" y="2379"/>
                      <a:pt x="2016" y="2391"/>
                      <a:pt x="2016" y="2406"/>
                    </a:cubicBezTo>
                    <a:cubicBezTo>
                      <a:pt x="2016" y="2421"/>
                      <a:pt x="2004" y="2472"/>
                      <a:pt x="1994" y="2484"/>
                    </a:cubicBezTo>
                    <a:cubicBezTo>
                      <a:pt x="1984" y="2495"/>
                      <a:pt x="1969" y="2507"/>
                      <a:pt x="1964" y="2526"/>
                    </a:cubicBezTo>
                    <a:cubicBezTo>
                      <a:pt x="1959" y="2544"/>
                      <a:pt x="1942" y="2561"/>
                      <a:pt x="1952" y="2568"/>
                    </a:cubicBezTo>
                    <a:cubicBezTo>
                      <a:pt x="1962" y="2574"/>
                      <a:pt x="1972" y="2578"/>
                      <a:pt x="1972" y="2583"/>
                    </a:cubicBezTo>
                    <a:cubicBezTo>
                      <a:pt x="1972" y="2588"/>
                      <a:pt x="1966" y="2606"/>
                      <a:pt x="1966" y="2606"/>
                    </a:cubicBezTo>
                    <a:cubicBezTo>
                      <a:pt x="1944" y="2622"/>
                      <a:pt x="1944" y="2622"/>
                      <a:pt x="1944" y="2622"/>
                    </a:cubicBezTo>
                    <a:cubicBezTo>
                      <a:pt x="1944" y="2622"/>
                      <a:pt x="1939" y="2648"/>
                      <a:pt x="1956" y="2662"/>
                    </a:cubicBezTo>
                    <a:cubicBezTo>
                      <a:pt x="1972" y="2675"/>
                      <a:pt x="1974" y="2680"/>
                      <a:pt x="1991" y="2699"/>
                    </a:cubicBezTo>
                    <a:cubicBezTo>
                      <a:pt x="2008" y="2717"/>
                      <a:pt x="2026" y="2793"/>
                      <a:pt x="2041" y="2810"/>
                    </a:cubicBezTo>
                    <a:cubicBezTo>
                      <a:pt x="2057" y="2827"/>
                      <a:pt x="2058" y="2827"/>
                      <a:pt x="2062" y="2838"/>
                    </a:cubicBezTo>
                    <a:cubicBezTo>
                      <a:pt x="2065" y="2850"/>
                      <a:pt x="2062" y="2854"/>
                      <a:pt x="2090" y="2874"/>
                    </a:cubicBezTo>
                    <a:cubicBezTo>
                      <a:pt x="2119" y="2894"/>
                      <a:pt x="2173" y="2929"/>
                      <a:pt x="2183" y="2939"/>
                    </a:cubicBezTo>
                    <a:cubicBezTo>
                      <a:pt x="2193" y="2949"/>
                      <a:pt x="2195" y="2990"/>
                      <a:pt x="2193" y="3018"/>
                    </a:cubicBezTo>
                    <a:cubicBezTo>
                      <a:pt x="2191" y="3047"/>
                      <a:pt x="2185" y="3081"/>
                      <a:pt x="2181" y="3106"/>
                    </a:cubicBezTo>
                    <a:cubicBezTo>
                      <a:pt x="2178" y="3131"/>
                      <a:pt x="2153" y="3242"/>
                      <a:pt x="2159" y="3262"/>
                    </a:cubicBezTo>
                    <a:cubicBezTo>
                      <a:pt x="2166" y="3282"/>
                      <a:pt x="2163" y="3326"/>
                      <a:pt x="2156" y="3349"/>
                    </a:cubicBezTo>
                    <a:cubicBezTo>
                      <a:pt x="2149" y="3373"/>
                      <a:pt x="2134" y="3398"/>
                      <a:pt x="2127" y="3420"/>
                    </a:cubicBezTo>
                    <a:cubicBezTo>
                      <a:pt x="2121" y="3442"/>
                      <a:pt x="2122" y="3442"/>
                      <a:pt x="2122" y="3477"/>
                    </a:cubicBezTo>
                    <a:cubicBezTo>
                      <a:pt x="2122" y="3513"/>
                      <a:pt x="2117" y="3521"/>
                      <a:pt x="2114" y="3536"/>
                    </a:cubicBezTo>
                    <a:cubicBezTo>
                      <a:pt x="2111" y="3551"/>
                      <a:pt x="2094" y="3573"/>
                      <a:pt x="2109" y="3568"/>
                    </a:cubicBezTo>
                    <a:cubicBezTo>
                      <a:pt x="2124" y="3563"/>
                      <a:pt x="2112" y="3555"/>
                      <a:pt x="2124" y="3563"/>
                    </a:cubicBezTo>
                    <a:cubicBezTo>
                      <a:pt x="2136" y="3571"/>
                      <a:pt x="2138" y="3575"/>
                      <a:pt x="2134" y="3590"/>
                    </a:cubicBezTo>
                    <a:cubicBezTo>
                      <a:pt x="2131" y="3605"/>
                      <a:pt x="2131" y="3612"/>
                      <a:pt x="2134" y="3625"/>
                    </a:cubicBezTo>
                    <a:cubicBezTo>
                      <a:pt x="2138" y="3639"/>
                      <a:pt x="2139" y="3649"/>
                      <a:pt x="2131" y="3657"/>
                    </a:cubicBezTo>
                    <a:cubicBezTo>
                      <a:pt x="2122" y="3666"/>
                      <a:pt x="2126" y="3674"/>
                      <a:pt x="2121" y="3684"/>
                    </a:cubicBezTo>
                    <a:cubicBezTo>
                      <a:pt x="2116" y="3694"/>
                      <a:pt x="2116" y="3694"/>
                      <a:pt x="2109" y="3696"/>
                    </a:cubicBezTo>
                    <a:cubicBezTo>
                      <a:pt x="2092" y="3701"/>
                      <a:pt x="2077" y="3703"/>
                      <a:pt x="2084" y="3711"/>
                    </a:cubicBezTo>
                    <a:cubicBezTo>
                      <a:pt x="2090" y="3719"/>
                      <a:pt x="2087" y="3721"/>
                      <a:pt x="2097" y="3724"/>
                    </a:cubicBezTo>
                    <a:cubicBezTo>
                      <a:pt x="2107" y="3728"/>
                      <a:pt x="2107" y="3723"/>
                      <a:pt x="2107" y="3734"/>
                    </a:cubicBezTo>
                    <a:cubicBezTo>
                      <a:pt x="2107" y="3746"/>
                      <a:pt x="2106" y="3756"/>
                      <a:pt x="2104" y="3761"/>
                    </a:cubicBezTo>
                    <a:cubicBezTo>
                      <a:pt x="2102" y="3766"/>
                      <a:pt x="2090" y="3772"/>
                      <a:pt x="2095" y="3777"/>
                    </a:cubicBezTo>
                    <a:cubicBezTo>
                      <a:pt x="2100" y="3782"/>
                      <a:pt x="2104" y="3810"/>
                      <a:pt x="2104" y="3810"/>
                    </a:cubicBezTo>
                    <a:cubicBezTo>
                      <a:pt x="2104" y="3810"/>
                      <a:pt x="2079" y="3825"/>
                      <a:pt x="2092" y="3832"/>
                    </a:cubicBezTo>
                    <a:cubicBezTo>
                      <a:pt x="2106" y="3839"/>
                      <a:pt x="2104" y="3847"/>
                      <a:pt x="2116" y="3854"/>
                    </a:cubicBezTo>
                    <a:cubicBezTo>
                      <a:pt x="2127" y="3861"/>
                      <a:pt x="2129" y="3857"/>
                      <a:pt x="2132" y="3867"/>
                    </a:cubicBezTo>
                    <a:cubicBezTo>
                      <a:pt x="2136" y="3877"/>
                      <a:pt x="2146" y="3893"/>
                      <a:pt x="2148" y="3901"/>
                    </a:cubicBezTo>
                    <a:cubicBezTo>
                      <a:pt x="2149" y="3909"/>
                      <a:pt x="2139" y="3918"/>
                      <a:pt x="2151" y="3926"/>
                    </a:cubicBezTo>
                    <a:cubicBezTo>
                      <a:pt x="2163" y="3935"/>
                      <a:pt x="2156" y="3946"/>
                      <a:pt x="2171" y="3953"/>
                    </a:cubicBezTo>
                    <a:cubicBezTo>
                      <a:pt x="2186" y="3960"/>
                      <a:pt x="2200" y="3967"/>
                      <a:pt x="2205" y="3948"/>
                    </a:cubicBezTo>
                    <a:cubicBezTo>
                      <a:pt x="2210" y="3930"/>
                      <a:pt x="2222" y="3901"/>
                      <a:pt x="2218" y="3887"/>
                    </a:cubicBezTo>
                    <a:cubicBezTo>
                      <a:pt x="2215" y="3874"/>
                      <a:pt x="2208" y="3866"/>
                      <a:pt x="2217" y="3840"/>
                    </a:cubicBezTo>
                    <a:cubicBezTo>
                      <a:pt x="2225" y="3815"/>
                      <a:pt x="2232" y="3820"/>
                      <a:pt x="2242" y="3807"/>
                    </a:cubicBezTo>
                    <a:cubicBezTo>
                      <a:pt x="2252" y="3793"/>
                      <a:pt x="2249" y="3783"/>
                      <a:pt x="2264" y="3772"/>
                    </a:cubicBezTo>
                    <a:cubicBezTo>
                      <a:pt x="2279" y="3760"/>
                      <a:pt x="2301" y="3745"/>
                      <a:pt x="2299" y="3736"/>
                    </a:cubicBezTo>
                    <a:cubicBezTo>
                      <a:pt x="2298" y="3728"/>
                      <a:pt x="2284" y="3723"/>
                      <a:pt x="2274" y="3713"/>
                    </a:cubicBezTo>
                    <a:cubicBezTo>
                      <a:pt x="2264" y="3703"/>
                      <a:pt x="2239" y="3687"/>
                      <a:pt x="2254" y="3674"/>
                    </a:cubicBezTo>
                    <a:cubicBezTo>
                      <a:pt x="2269" y="3661"/>
                      <a:pt x="2288" y="3654"/>
                      <a:pt x="2294" y="3647"/>
                    </a:cubicBezTo>
                    <a:cubicBezTo>
                      <a:pt x="2301" y="3640"/>
                      <a:pt x="2296" y="3617"/>
                      <a:pt x="2303" y="3612"/>
                    </a:cubicBezTo>
                    <a:cubicBezTo>
                      <a:pt x="2309" y="3607"/>
                      <a:pt x="2325" y="3592"/>
                      <a:pt x="2325" y="3592"/>
                    </a:cubicBezTo>
                    <a:cubicBezTo>
                      <a:pt x="2325" y="3592"/>
                      <a:pt x="2330" y="3583"/>
                      <a:pt x="2323" y="3576"/>
                    </a:cubicBezTo>
                    <a:cubicBezTo>
                      <a:pt x="2316" y="3570"/>
                      <a:pt x="2309" y="3560"/>
                      <a:pt x="2309" y="3553"/>
                    </a:cubicBezTo>
                    <a:cubicBezTo>
                      <a:pt x="2309" y="3546"/>
                      <a:pt x="2311" y="3526"/>
                      <a:pt x="2311" y="3526"/>
                    </a:cubicBezTo>
                    <a:cubicBezTo>
                      <a:pt x="2311" y="3526"/>
                      <a:pt x="2342" y="3541"/>
                      <a:pt x="2348" y="3539"/>
                    </a:cubicBezTo>
                    <a:cubicBezTo>
                      <a:pt x="2355" y="3538"/>
                      <a:pt x="2360" y="3474"/>
                      <a:pt x="2379" y="3467"/>
                    </a:cubicBezTo>
                    <a:cubicBezTo>
                      <a:pt x="2397" y="3460"/>
                      <a:pt x="2443" y="3460"/>
                      <a:pt x="2456" y="3455"/>
                    </a:cubicBezTo>
                    <a:cubicBezTo>
                      <a:pt x="2470" y="3450"/>
                      <a:pt x="2497" y="3442"/>
                      <a:pt x="2495" y="3423"/>
                    </a:cubicBezTo>
                    <a:cubicBezTo>
                      <a:pt x="2493" y="3405"/>
                      <a:pt x="2495" y="3395"/>
                      <a:pt x="2486" y="3381"/>
                    </a:cubicBezTo>
                    <a:cubicBezTo>
                      <a:pt x="2478" y="3368"/>
                      <a:pt x="2463" y="3346"/>
                      <a:pt x="2463" y="3339"/>
                    </a:cubicBezTo>
                    <a:cubicBezTo>
                      <a:pt x="2463" y="3333"/>
                      <a:pt x="2480" y="3334"/>
                      <a:pt x="2493" y="3343"/>
                    </a:cubicBezTo>
                    <a:cubicBezTo>
                      <a:pt x="2507" y="3351"/>
                      <a:pt x="2520" y="3360"/>
                      <a:pt x="2534" y="3355"/>
                    </a:cubicBezTo>
                    <a:cubicBezTo>
                      <a:pt x="2547" y="3349"/>
                      <a:pt x="2554" y="3333"/>
                      <a:pt x="2559" y="3326"/>
                    </a:cubicBezTo>
                    <a:cubicBezTo>
                      <a:pt x="2564" y="3319"/>
                      <a:pt x="2581" y="3302"/>
                      <a:pt x="2588" y="3294"/>
                    </a:cubicBezTo>
                    <a:cubicBezTo>
                      <a:pt x="2594" y="3286"/>
                      <a:pt x="2604" y="3259"/>
                      <a:pt x="2611" y="3250"/>
                    </a:cubicBezTo>
                    <a:cubicBezTo>
                      <a:pt x="2618" y="3242"/>
                      <a:pt x="2625" y="3237"/>
                      <a:pt x="2631" y="3235"/>
                    </a:cubicBezTo>
                    <a:cubicBezTo>
                      <a:pt x="2638" y="3233"/>
                      <a:pt x="2672" y="3190"/>
                      <a:pt x="2672" y="3190"/>
                    </a:cubicBezTo>
                    <a:cubicBezTo>
                      <a:pt x="2672" y="3190"/>
                      <a:pt x="2670" y="3133"/>
                      <a:pt x="2680" y="3123"/>
                    </a:cubicBezTo>
                    <a:cubicBezTo>
                      <a:pt x="2690" y="3112"/>
                      <a:pt x="2722" y="3079"/>
                      <a:pt x="2749" y="3067"/>
                    </a:cubicBezTo>
                    <a:cubicBezTo>
                      <a:pt x="2776" y="3055"/>
                      <a:pt x="2797" y="3049"/>
                      <a:pt x="2808" y="3044"/>
                    </a:cubicBezTo>
                    <a:cubicBezTo>
                      <a:pt x="2820" y="3038"/>
                      <a:pt x="2832" y="3038"/>
                      <a:pt x="2840" y="3018"/>
                    </a:cubicBezTo>
                    <a:cubicBezTo>
                      <a:pt x="2849" y="2998"/>
                      <a:pt x="2869" y="2968"/>
                      <a:pt x="2879" y="2948"/>
                    </a:cubicBezTo>
                    <a:cubicBezTo>
                      <a:pt x="2889" y="2927"/>
                      <a:pt x="2899" y="2896"/>
                      <a:pt x="2898" y="2875"/>
                    </a:cubicBezTo>
                    <a:cubicBezTo>
                      <a:pt x="2896" y="2855"/>
                      <a:pt x="2894" y="2823"/>
                      <a:pt x="2906" y="2813"/>
                    </a:cubicBezTo>
                    <a:cubicBezTo>
                      <a:pt x="2918" y="2803"/>
                      <a:pt x="2972" y="2736"/>
                      <a:pt x="2979" y="2719"/>
                    </a:cubicBezTo>
                    <a:cubicBezTo>
                      <a:pt x="2985" y="2702"/>
                      <a:pt x="2990" y="2665"/>
                      <a:pt x="2980" y="2650"/>
                    </a:cubicBezTo>
                    <a:cubicBezTo>
                      <a:pt x="2970" y="2635"/>
                      <a:pt x="2955" y="2640"/>
                      <a:pt x="2938" y="2630"/>
                    </a:cubicBezTo>
                    <a:cubicBezTo>
                      <a:pt x="2921" y="2620"/>
                      <a:pt x="2904" y="2616"/>
                      <a:pt x="2891" y="2605"/>
                    </a:cubicBezTo>
                    <a:cubicBezTo>
                      <a:pt x="2878" y="2593"/>
                      <a:pt x="2869" y="2581"/>
                      <a:pt x="2847" y="2585"/>
                    </a:cubicBezTo>
                    <a:cubicBezTo>
                      <a:pt x="2825" y="2588"/>
                      <a:pt x="2797" y="2598"/>
                      <a:pt x="2786" y="2583"/>
                    </a:cubicBezTo>
                    <a:cubicBezTo>
                      <a:pt x="2776" y="2568"/>
                      <a:pt x="2733" y="2551"/>
                      <a:pt x="2726" y="2548"/>
                    </a:cubicBezTo>
                    <a:cubicBezTo>
                      <a:pt x="2719" y="2544"/>
                      <a:pt x="2699" y="2539"/>
                      <a:pt x="2695" y="2546"/>
                    </a:cubicBezTo>
                    <a:cubicBezTo>
                      <a:pt x="2692" y="2553"/>
                      <a:pt x="2687" y="2569"/>
                      <a:pt x="2679" y="2564"/>
                    </a:cubicBezTo>
                    <a:cubicBezTo>
                      <a:pt x="2670" y="2559"/>
                      <a:pt x="2655" y="2553"/>
                      <a:pt x="2655" y="2553"/>
                    </a:cubicBezTo>
                    <a:cubicBezTo>
                      <a:pt x="2655" y="2553"/>
                      <a:pt x="2657" y="2536"/>
                      <a:pt x="2648" y="2534"/>
                    </a:cubicBezTo>
                    <a:cubicBezTo>
                      <a:pt x="2640" y="2532"/>
                      <a:pt x="2626" y="2542"/>
                      <a:pt x="2626" y="2536"/>
                    </a:cubicBezTo>
                    <a:cubicBezTo>
                      <a:pt x="2626" y="2529"/>
                      <a:pt x="2635" y="2511"/>
                      <a:pt x="2640" y="2506"/>
                    </a:cubicBezTo>
                    <a:cubicBezTo>
                      <a:pt x="2645" y="2500"/>
                      <a:pt x="2650" y="2495"/>
                      <a:pt x="2647" y="2487"/>
                    </a:cubicBezTo>
                    <a:cubicBezTo>
                      <a:pt x="2643" y="2479"/>
                      <a:pt x="2647" y="2470"/>
                      <a:pt x="2635" y="2458"/>
                    </a:cubicBezTo>
                    <a:cubicBezTo>
                      <a:pt x="2623" y="2447"/>
                      <a:pt x="2620" y="2438"/>
                      <a:pt x="2613" y="2433"/>
                    </a:cubicBezTo>
                    <a:cubicBezTo>
                      <a:pt x="2606" y="2428"/>
                      <a:pt x="2542" y="2401"/>
                      <a:pt x="2542" y="2401"/>
                    </a:cubicBezTo>
                    <a:cubicBezTo>
                      <a:pt x="2542" y="2401"/>
                      <a:pt x="2517" y="2400"/>
                      <a:pt x="2498" y="2390"/>
                    </a:cubicBezTo>
                    <a:cubicBezTo>
                      <a:pt x="2480" y="2379"/>
                      <a:pt x="2460" y="2376"/>
                      <a:pt x="2453" y="2364"/>
                    </a:cubicBezTo>
                    <a:cubicBezTo>
                      <a:pt x="2446" y="2352"/>
                      <a:pt x="2429" y="2346"/>
                      <a:pt x="2417" y="2339"/>
                    </a:cubicBezTo>
                    <a:cubicBezTo>
                      <a:pt x="2406" y="2332"/>
                      <a:pt x="2389" y="2324"/>
                      <a:pt x="2385" y="2314"/>
                    </a:cubicBezTo>
                    <a:cubicBezTo>
                      <a:pt x="2382" y="2304"/>
                      <a:pt x="2368" y="2299"/>
                      <a:pt x="2360" y="2295"/>
                    </a:cubicBezTo>
                    <a:cubicBezTo>
                      <a:pt x="2352" y="2292"/>
                      <a:pt x="2345" y="2292"/>
                      <a:pt x="2331" y="2297"/>
                    </a:cubicBezTo>
                    <a:cubicBezTo>
                      <a:pt x="2318" y="2302"/>
                      <a:pt x="2303" y="2304"/>
                      <a:pt x="2296" y="2299"/>
                    </a:cubicBezTo>
                    <a:cubicBezTo>
                      <a:pt x="2289" y="2294"/>
                      <a:pt x="2272" y="2289"/>
                      <a:pt x="2266" y="2285"/>
                    </a:cubicBezTo>
                    <a:cubicBezTo>
                      <a:pt x="2259" y="2282"/>
                      <a:pt x="2235" y="2280"/>
                      <a:pt x="2235" y="2280"/>
                    </a:cubicBezTo>
                    <a:cubicBezTo>
                      <a:pt x="2235" y="2280"/>
                      <a:pt x="2185" y="2268"/>
                      <a:pt x="2185" y="2275"/>
                    </a:cubicBezTo>
                    <a:cubicBezTo>
                      <a:pt x="2185" y="2282"/>
                      <a:pt x="2183" y="2297"/>
                      <a:pt x="2171" y="2302"/>
                    </a:cubicBezTo>
                    <a:cubicBezTo>
                      <a:pt x="2159" y="2307"/>
                      <a:pt x="2149" y="2302"/>
                      <a:pt x="2146" y="2290"/>
                    </a:cubicBezTo>
                    <a:cubicBezTo>
                      <a:pt x="2143" y="2279"/>
                      <a:pt x="2141" y="2268"/>
                      <a:pt x="2132" y="2270"/>
                    </a:cubicBezTo>
                    <a:cubicBezTo>
                      <a:pt x="2124" y="2272"/>
                      <a:pt x="2106" y="2270"/>
                      <a:pt x="2097" y="2279"/>
                    </a:cubicBezTo>
                    <a:cubicBezTo>
                      <a:pt x="2089" y="2287"/>
                      <a:pt x="2065" y="2307"/>
                      <a:pt x="2062" y="2314"/>
                    </a:cubicBezTo>
                    <a:cubicBezTo>
                      <a:pt x="2058" y="2321"/>
                      <a:pt x="2052" y="2331"/>
                      <a:pt x="2047" y="2327"/>
                    </a:cubicBezTo>
                    <a:cubicBezTo>
                      <a:pt x="2041" y="2324"/>
                      <a:pt x="2018" y="2319"/>
                      <a:pt x="2006" y="2316"/>
                    </a:cubicBezTo>
                    <a:cubicBezTo>
                      <a:pt x="1994" y="2312"/>
                      <a:pt x="1983" y="2322"/>
                      <a:pt x="1966" y="2317"/>
                    </a:cubicBezTo>
                    <a:cubicBezTo>
                      <a:pt x="1949" y="2312"/>
                      <a:pt x="1888" y="2297"/>
                      <a:pt x="1885" y="2282"/>
                    </a:cubicBezTo>
                    <a:cubicBezTo>
                      <a:pt x="1881" y="2267"/>
                      <a:pt x="1890" y="2226"/>
                      <a:pt x="1890" y="2211"/>
                    </a:cubicBezTo>
                    <a:cubicBezTo>
                      <a:pt x="1890" y="2196"/>
                      <a:pt x="1898" y="2186"/>
                      <a:pt x="1875" y="2176"/>
                    </a:cubicBezTo>
                    <a:cubicBezTo>
                      <a:pt x="1851" y="2166"/>
                      <a:pt x="1809" y="2166"/>
                      <a:pt x="1804" y="2162"/>
                    </a:cubicBezTo>
                    <a:cubicBezTo>
                      <a:pt x="1799" y="2159"/>
                      <a:pt x="1779" y="2169"/>
                      <a:pt x="1784" y="2147"/>
                    </a:cubicBezTo>
                    <a:cubicBezTo>
                      <a:pt x="1789" y="2126"/>
                      <a:pt x="1799" y="2097"/>
                      <a:pt x="1800" y="2087"/>
                    </a:cubicBezTo>
                    <a:cubicBezTo>
                      <a:pt x="1802" y="2077"/>
                      <a:pt x="1819" y="2060"/>
                      <a:pt x="1812" y="2048"/>
                    </a:cubicBezTo>
                    <a:cubicBezTo>
                      <a:pt x="1805" y="2036"/>
                      <a:pt x="1755" y="2028"/>
                      <a:pt x="1747" y="2041"/>
                    </a:cubicBezTo>
                    <a:cubicBezTo>
                      <a:pt x="1738" y="2055"/>
                      <a:pt x="1736" y="2072"/>
                      <a:pt x="1720" y="2087"/>
                    </a:cubicBezTo>
                    <a:cubicBezTo>
                      <a:pt x="1703" y="2102"/>
                      <a:pt x="1689" y="2107"/>
                      <a:pt x="1669" y="2105"/>
                    </a:cubicBezTo>
                    <a:cubicBezTo>
                      <a:pt x="1649" y="2104"/>
                      <a:pt x="1642" y="2117"/>
                      <a:pt x="1630" y="2107"/>
                    </a:cubicBezTo>
                    <a:cubicBezTo>
                      <a:pt x="1618" y="2097"/>
                      <a:pt x="1571" y="2018"/>
                      <a:pt x="1573" y="1993"/>
                    </a:cubicBezTo>
                    <a:cubicBezTo>
                      <a:pt x="1575" y="1967"/>
                      <a:pt x="1583" y="1942"/>
                      <a:pt x="1585" y="1919"/>
                    </a:cubicBezTo>
                    <a:cubicBezTo>
                      <a:pt x="1586" y="1895"/>
                      <a:pt x="1578" y="1892"/>
                      <a:pt x="1595" y="1880"/>
                    </a:cubicBezTo>
                    <a:cubicBezTo>
                      <a:pt x="1612" y="1868"/>
                      <a:pt x="1617" y="1870"/>
                      <a:pt x="1630" y="1860"/>
                    </a:cubicBezTo>
                    <a:cubicBezTo>
                      <a:pt x="1644" y="1850"/>
                      <a:pt x="1645" y="1838"/>
                      <a:pt x="1661" y="1833"/>
                    </a:cubicBezTo>
                    <a:cubicBezTo>
                      <a:pt x="1676" y="1828"/>
                      <a:pt x="1699" y="1831"/>
                      <a:pt x="1708" y="1836"/>
                    </a:cubicBezTo>
                    <a:cubicBezTo>
                      <a:pt x="1716" y="1841"/>
                      <a:pt x="1725" y="1851"/>
                      <a:pt x="1736" y="1848"/>
                    </a:cubicBezTo>
                    <a:cubicBezTo>
                      <a:pt x="1748" y="1845"/>
                      <a:pt x="1757" y="1838"/>
                      <a:pt x="1758" y="1831"/>
                    </a:cubicBezTo>
                    <a:cubicBezTo>
                      <a:pt x="1760" y="1825"/>
                      <a:pt x="1770" y="1815"/>
                      <a:pt x="1785" y="1816"/>
                    </a:cubicBezTo>
                    <a:cubicBezTo>
                      <a:pt x="1800" y="1818"/>
                      <a:pt x="1812" y="1823"/>
                      <a:pt x="1822" y="1823"/>
                    </a:cubicBezTo>
                    <a:cubicBezTo>
                      <a:pt x="1832" y="1823"/>
                      <a:pt x="1848" y="1820"/>
                      <a:pt x="1854" y="1820"/>
                    </a:cubicBezTo>
                    <a:cubicBezTo>
                      <a:pt x="1861" y="1820"/>
                      <a:pt x="1863" y="1818"/>
                      <a:pt x="1883" y="1826"/>
                    </a:cubicBezTo>
                    <a:cubicBezTo>
                      <a:pt x="1903" y="1835"/>
                      <a:pt x="1917" y="1850"/>
                      <a:pt x="1917" y="1855"/>
                    </a:cubicBezTo>
                    <a:cubicBezTo>
                      <a:pt x="1917" y="1860"/>
                      <a:pt x="1913" y="1887"/>
                      <a:pt x="1917" y="1895"/>
                    </a:cubicBezTo>
                    <a:cubicBezTo>
                      <a:pt x="1920" y="1904"/>
                      <a:pt x="1930" y="1932"/>
                      <a:pt x="1945" y="1939"/>
                    </a:cubicBezTo>
                    <a:cubicBezTo>
                      <a:pt x="1961" y="1946"/>
                      <a:pt x="1979" y="1932"/>
                      <a:pt x="1967" y="1890"/>
                    </a:cubicBezTo>
                    <a:cubicBezTo>
                      <a:pt x="1956" y="1848"/>
                      <a:pt x="1942" y="1841"/>
                      <a:pt x="1947" y="1823"/>
                    </a:cubicBezTo>
                    <a:cubicBezTo>
                      <a:pt x="1952" y="1804"/>
                      <a:pt x="1945" y="1793"/>
                      <a:pt x="1962" y="1771"/>
                    </a:cubicBezTo>
                    <a:cubicBezTo>
                      <a:pt x="1979" y="1749"/>
                      <a:pt x="1974" y="1739"/>
                      <a:pt x="2003" y="1722"/>
                    </a:cubicBezTo>
                    <a:cubicBezTo>
                      <a:pt x="2031" y="1705"/>
                      <a:pt x="2048" y="1699"/>
                      <a:pt x="2055" y="1688"/>
                    </a:cubicBezTo>
                    <a:cubicBezTo>
                      <a:pt x="2062" y="1678"/>
                      <a:pt x="2070" y="1662"/>
                      <a:pt x="2067" y="1650"/>
                    </a:cubicBezTo>
                    <a:cubicBezTo>
                      <a:pt x="2063" y="1638"/>
                      <a:pt x="2060" y="1635"/>
                      <a:pt x="2060" y="1623"/>
                    </a:cubicBezTo>
                    <a:cubicBezTo>
                      <a:pt x="2060" y="1611"/>
                      <a:pt x="2063" y="1606"/>
                      <a:pt x="2068" y="1603"/>
                    </a:cubicBezTo>
                    <a:cubicBezTo>
                      <a:pt x="2074" y="1599"/>
                      <a:pt x="2077" y="1582"/>
                      <a:pt x="2089" y="1574"/>
                    </a:cubicBezTo>
                    <a:cubicBezTo>
                      <a:pt x="2100" y="1566"/>
                      <a:pt x="2104" y="1551"/>
                      <a:pt x="2106" y="1542"/>
                    </a:cubicBezTo>
                    <a:cubicBezTo>
                      <a:pt x="2107" y="1534"/>
                      <a:pt x="2109" y="1524"/>
                      <a:pt x="2119" y="1519"/>
                    </a:cubicBezTo>
                    <a:cubicBezTo>
                      <a:pt x="2129" y="1514"/>
                      <a:pt x="2171" y="1507"/>
                      <a:pt x="2173" y="1498"/>
                    </a:cubicBezTo>
                    <a:cubicBezTo>
                      <a:pt x="2175" y="1490"/>
                      <a:pt x="2171" y="1470"/>
                      <a:pt x="2180" y="1463"/>
                    </a:cubicBezTo>
                    <a:cubicBezTo>
                      <a:pt x="2188" y="1456"/>
                      <a:pt x="2200" y="1435"/>
                      <a:pt x="2213" y="1426"/>
                    </a:cubicBezTo>
                    <a:cubicBezTo>
                      <a:pt x="2227" y="1418"/>
                      <a:pt x="2242" y="1421"/>
                      <a:pt x="2250" y="1411"/>
                    </a:cubicBezTo>
                    <a:cubicBezTo>
                      <a:pt x="2259" y="1401"/>
                      <a:pt x="2277" y="1391"/>
                      <a:pt x="2286" y="1387"/>
                    </a:cubicBezTo>
                    <a:cubicBezTo>
                      <a:pt x="2294" y="1384"/>
                      <a:pt x="2299" y="1371"/>
                      <a:pt x="2313" y="1377"/>
                    </a:cubicBezTo>
                    <a:cubicBezTo>
                      <a:pt x="2326" y="1384"/>
                      <a:pt x="2338" y="1389"/>
                      <a:pt x="2326" y="1392"/>
                    </a:cubicBezTo>
                    <a:cubicBezTo>
                      <a:pt x="2315" y="1396"/>
                      <a:pt x="2279" y="1435"/>
                      <a:pt x="2289" y="1435"/>
                    </a:cubicBezTo>
                    <a:cubicBezTo>
                      <a:pt x="2299" y="1435"/>
                      <a:pt x="2321" y="1418"/>
                      <a:pt x="2331" y="1413"/>
                    </a:cubicBezTo>
                    <a:cubicBezTo>
                      <a:pt x="2342" y="1408"/>
                      <a:pt x="2338" y="1401"/>
                      <a:pt x="2360" y="1394"/>
                    </a:cubicBezTo>
                    <a:cubicBezTo>
                      <a:pt x="2382" y="1387"/>
                      <a:pt x="2407" y="1399"/>
                      <a:pt x="2395" y="1382"/>
                    </a:cubicBezTo>
                    <a:cubicBezTo>
                      <a:pt x="2384" y="1366"/>
                      <a:pt x="2389" y="1364"/>
                      <a:pt x="2365" y="1355"/>
                    </a:cubicBezTo>
                    <a:cubicBezTo>
                      <a:pt x="2342" y="1347"/>
                      <a:pt x="2316" y="1347"/>
                      <a:pt x="2316" y="1340"/>
                    </a:cubicBezTo>
                    <a:cubicBezTo>
                      <a:pt x="2316" y="1334"/>
                      <a:pt x="2306" y="1329"/>
                      <a:pt x="2311" y="1319"/>
                    </a:cubicBezTo>
                    <a:cubicBezTo>
                      <a:pt x="2316" y="1308"/>
                      <a:pt x="2320" y="1305"/>
                      <a:pt x="2321" y="1295"/>
                    </a:cubicBezTo>
                    <a:cubicBezTo>
                      <a:pt x="2323" y="1285"/>
                      <a:pt x="2316" y="1273"/>
                      <a:pt x="2309" y="1270"/>
                    </a:cubicBezTo>
                    <a:cubicBezTo>
                      <a:pt x="2303" y="1266"/>
                      <a:pt x="2288" y="1255"/>
                      <a:pt x="2271" y="1265"/>
                    </a:cubicBezTo>
                    <a:cubicBezTo>
                      <a:pt x="2254" y="1275"/>
                      <a:pt x="2215" y="1292"/>
                      <a:pt x="2215" y="1292"/>
                    </a:cubicBezTo>
                    <a:cubicBezTo>
                      <a:pt x="2215" y="1292"/>
                      <a:pt x="2245" y="1265"/>
                      <a:pt x="2256" y="1258"/>
                    </a:cubicBezTo>
                    <a:cubicBezTo>
                      <a:pt x="2266" y="1251"/>
                      <a:pt x="2272" y="1228"/>
                      <a:pt x="2288" y="1224"/>
                    </a:cubicBezTo>
                    <a:cubicBezTo>
                      <a:pt x="2303" y="1221"/>
                      <a:pt x="2353" y="1218"/>
                      <a:pt x="2363" y="1219"/>
                    </a:cubicBezTo>
                    <a:cubicBezTo>
                      <a:pt x="2374" y="1221"/>
                      <a:pt x="2394" y="1228"/>
                      <a:pt x="2406" y="1223"/>
                    </a:cubicBezTo>
                    <a:cubicBezTo>
                      <a:pt x="2417" y="1218"/>
                      <a:pt x="2441" y="1199"/>
                      <a:pt x="2451" y="1194"/>
                    </a:cubicBezTo>
                    <a:cubicBezTo>
                      <a:pt x="2461" y="1189"/>
                      <a:pt x="2470" y="1184"/>
                      <a:pt x="2486" y="1176"/>
                    </a:cubicBezTo>
                    <a:cubicBezTo>
                      <a:pt x="2503" y="1167"/>
                      <a:pt x="2515" y="1174"/>
                      <a:pt x="2515" y="1149"/>
                    </a:cubicBezTo>
                    <a:cubicBezTo>
                      <a:pt x="2515" y="1123"/>
                      <a:pt x="2503" y="1110"/>
                      <a:pt x="2500" y="1098"/>
                    </a:cubicBezTo>
                    <a:cubicBezTo>
                      <a:pt x="2497" y="1087"/>
                      <a:pt x="2486" y="1088"/>
                      <a:pt x="2478" y="1083"/>
                    </a:cubicBezTo>
                    <a:cubicBezTo>
                      <a:pt x="2470" y="1078"/>
                      <a:pt x="2453" y="1083"/>
                      <a:pt x="2458" y="1068"/>
                    </a:cubicBezTo>
                    <a:cubicBezTo>
                      <a:pt x="2463" y="1053"/>
                      <a:pt x="2449" y="1053"/>
                      <a:pt x="2436" y="1043"/>
                    </a:cubicBezTo>
                    <a:cubicBezTo>
                      <a:pt x="2422" y="1033"/>
                      <a:pt x="2380" y="1016"/>
                      <a:pt x="2379" y="994"/>
                    </a:cubicBezTo>
                    <a:cubicBezTo>
                      <a:pt x="2377" y="972"/>
                      <a:pt x="2382" y="972"/>
                      <a:pt x="2380" y="962"/>
                    </a:cubicBezTo>
                    <a:cubicBezTo>
                      <a:pt x="2379" y="952"/>
                      <a:pt x="2331" y="853"/>
                      <a:pt x="2325" y="843"/>
                    </a:cubicBezTo>
                    <a:cubicBezTo>
                      <a:pt x="2318" y="833"/>
                      <a:pt x="2304" y="833"/>
                      <a:pt x="2304" y="841"/>
                    </a:cubicBezTo>
                    <a:cubicBezTo>
                      <a:pt x="2304" y="849"/>
                      <a:pt x="2291" y="888"/>
                      <a:pt x="2284" y="895"/>
                    </a:cubicBezTo>
                    <a:cubicBezTo>
                      <a:pt x="2277" y="902"/>
                      <a:pt x="2257" y="927"/>
                      <a:pt x="2249" y="918"/>
                    </a:cubicBezTo>
                    <a:cubicBezTo>
                      <a:pt x="2240" y="910"/>
                      <a:pt x="2244" y="905"/>
                      <a:pt x="2229" y="902"/>
                    </a:cubicBezTo>
                    <a:cubicBezTo>
                      <a:pt x="2213" y="898"/>
                      <a:pt x="2208" y="895"/>
                      <a:pt x="2207" y="878"/>
                    </a:cubicBezTo>
                    <a:cubicBezTo>
                      <a:pt x="2205" y="861"/>
                      <a:pt x="2202" y="848"/>
                      <a:pt x="2205" y="838"/>
                    </a:cubicBezTo>
                    <a:cubicBezTo>
                      <a:pt x="2208" y="828"/>
                      <a:pt x="2215" y="806"/>
                      <a:pt x="2202" y="799"/>
                    </a:cubicBezTo>
                    <a:cubicBezTo>
                      <a:pt x="2188" y="792"/>
                      <a:pt x="2156" y="799"/>
                      <a:pt x="2154" y="789"/>
                    </a:cubicBezTo>
                    <a:cubicBezTo>
                      <a:pt x="2153" y="779"/>
                      <a:pt x="2144" y="759"/>
                      <a:pt x="2132" y="750"/>
                    </a:cubicBezTo>
                    <a:cubicBezTo>
                      <a:pt x="2121" y="742"/>
                      <a:pt x="2109" y="738"/>
                      <a:pt x="2100" y="740"/>
                    </a:cubicBezTo>
                    <a:cubicBezTo>
                      <a:pt x="2092" y="742"/>
                      <a:pt x="2065" y="742"/>
                      <a:pt x="2057" y="738"/>
                    </a:cubicBezTo>
                    <a:cubicBezTo>
                      <a:pt x="2048" y="735"/>
                      <a:pt x="2011" y="728"/>
                      <a:pt x="2015" y="745"/>
                    </a:cubicBezTo>
                    <a:cubicBezTo>
                      <a:pt x="2018" y="762"/>
                      <a:pt x="2028" y="784"/>
                      <a:pt x="2026" y="792"/>
                    </a:cubicBezTo>
                    <a:cubicBezTo>
                      <a:pt x="2025" y="801"/>
                      <a:pt x="2025" y="812"/>
                      <a:pt x="2033" y="828"/>
                    </a:cubicBezTo>
                    <a:cubicBezTo>
                      <a:pt x="2041" y="843"/>
                      <a:pt x="2041" y="846"/>
                      <a:pt x="2033" y="861"/>
                    </a:cubicBezTo>
                    <a:cubicBezTo>
                      <a:pt x="2025" y="876"/>
                      <a:pt x="1994" y="880"/>
                      <a:pt x="2004" y="897"/>
                    </a:cubicBezTo>
                    <a:cubicBezTo>
                      <a:pt x="2015" y="913"/>
                      <a:pt x="2028" y="920"/>
                      <a:pt x="2036" y="934"/>
                    </a:cubicBezTo>
                    <a:cubicBezTo>
                      <a:pt x="2045" y="947"/>
                      <a:pt x="2043" y="970"/>
                      <a:pt x="2050" y="987"/>
                    </a:cubicBezTo>
                    <a:cubicBezTo>
                      <a:pt x="2057" y="1004"/>
                      <a:pt x="2074" y="994"/>
                      <a:pt x="2048" y="1018"/>
                    </a:cubicBezTo>
                    <a:cubicBezTo>
                      <a:pt x="2023" y="1041"/>
                      <a:pt x="1989" y="1048"/>
                      <a:pt x="1989" y="1065"/>
                    </a:cubicBezTo>
                    <a:cubicBezTo>
                      <a:pt x="1989" y="1081"/>
                      <a:pt x="2001" y="1090"/>
                      <a:pt x="2001" y="1107"/>
                    </a:cubicBezTo>
                    <a:cubicBezTo>
                      <a:pt x="2001" y="1123"/>
                      <a:pt x="2008" y="1144"/>
                      <a:pt x="2008" y="1152"/>
                    </a:cubicBezTo>
                    <a:cubicBezTo>
                      <a:pt x="2008" y="1160"/>
                      <a:pt x="2008" y="1166"/>
                      <a:pt x="1994" y="1174"/>
                    </a:cubicBezTo>
                    <a:cubicBezTo>
                      <a:pt x="1981" y="1182"/>
                      <a:pt x="1974" y="1191"/>
                      <a:pt x="1967" y="1189"/>
                    </a:cubicBezTo>
                    <a:cubicBezTo>
                      <a:pt x="1961" y="1187"/>
                      <a:pt x="1947" y="1169"/>
                      <a:pt x="1940" y="1157"/>
                    </a:cubicBezTo>
                    <a:cubicBezTo>
                      <a:pt x="1934" y="1145"/>
                      <a:pt x="1927" y="1145"/>
                      <a:pt x="1925" y="1129"/>
                    </a:cubicBezTo>
                    <a:cubicBezTo>
                      <a:pt x="1924" y="1112"/>
                      <a:pt x="1935" y="1053"/>
                      <a:pt x="1913" y="1050"/>
                    </a:cubicBezTo>
                    <a:cubicBezTo>
                      <a:pt x="1892" y="1046"/>
                      <a:pt x="1873" y="1043"/>
                      <a:pt x="1863" y="1038"/>
                    </a:cubicBezTo>
                    <a:cubicBezTo>
                      <a:pt x="1853" y="1033"/>
                      <a:pt x="1844" y="1031"/>
                      <a:pt x="1826" y="1018"/>
                    </a:cubicBezTo>
                    <a:cubicBezTo>
                      <a:pt x="1807" y="1004"/>
                      <a:pt x="1785" y="1007"/>
                      <a:pt x="1780" y="996"/>
                    </a:cubicBezTo>
                    <a:cubicBezTo>
                      <a:pt x="1775" y="984"/>
                      <a:pt x="1763" y="970"/>
                      <a:pt x="1750" y="969"/>
                    </a:cubicBezTo>
                    <a:cubicBezTo>
                      <a:pt x="1736" y="967"/>
                      <a:pt x="1714" y="965"/>
                      <a:pt x="1708" y="967"/>
                    </a:cubicBezTo>
                    <a:cubicBezTo>
                      <a:pt x="1701" y="969"/>
                      <a:pt x="1691" y="965"/>
                      <a:pt x="1691" y="965"/>
                    </a:cubicBezTo>
                    <a:cubicBezTo>
                      <a:pt x="1691" y="965"/>
                      <a:pt x="1683" y="920"/>
                      <a:pt x="1679" y="913"/>
                    </a:cubicBezTo>
                    <a:cubicBezTo>
                      <a:pt x="1676" y="907"/>
                      <a:pt x="1655" y="897"/>
                      <a:pt x="1650" y="891"/>
                    </a:cubicBezTo>
                    <a:cubicBezTo>
                      <a:pt x="1645" y="886"/>
                      <a:pt x="1647" y="858"/>
                      <a:pt x="1645" y="839"/>
                    </a:cubicBezTo>
                    <a:cubicBezTo>
                      <a:pt x="1644" y="821"/>
                      <a:pt x="1632" y="816"/>
                      <a:pt x="1652" y="792"/>
                    </a:cubicBezTo>
                    <a:cubicBezTo>
                      <a:pt x="1672" y="769"/>
                      <a:pt x="1688" y="735"/>
                      <a:pt x="1694" y="727"/>
                    </a:cubicBezTo>
                    <a:cubicBezTo>
                      <a:pt x="1701" y="718"/>
                      <a:pt x="1704" y="713"/>
                      <a:pt x="1713" y="712"/>
                    </a:cubicBezTo>
                    <a:cubicBezTo>
                      <a:pt x="1721" y="710"/>
                      <a:pt x="1735" y="705"/>
                      <a:pt x="1731" y="696"/>
                    </a:cubicBezTo>
                    <a:cubicBezTo>
                      <a:pt x="1728" y="688"/>
                      <a:pt x="1721" y="681"/>
                      <a:pt x="1711" y="675"/>
                    </a:cubicBezTo>
                    <a:cubicBezTo>
                      <a:pt x="1701" y="668"/>
                      <a:pt x="1713" y="659"/>
                      <a:pt x="1725" y="663"/>
                    </a:cubicBezTo>
                    <a:cubicBezTo>
                      <a:pt x="1736" y="666"/>
                      <a:pt x="1747" y="680"/>
                      <a:pt x="1752" y="670"/>
                    </a:cubicBezTo>
                    <a:cubicBezTo>
                      <a:pt x="1757" y="659"/>
                      <a:pt x="1747" y="654"/>
                      <a:pt x="1758" y="653"/>
                    </a:cubicBezTo>
                    <a:cubicBezTo>
                      <a:pt x="1770" y="651"/>
                      <a:pt x="1779" y="658"/>
                      <a:pt x="1787" y="649"/>
                    </a:cubicBezTo>
                    <a:cubicBezTo>
                      <a:pt x="1795" y="641"/>
                      <a:pt x="1804" y="617"/>
                      <a:pt x="1811" y="607"/>
                    </a:cubicBezTo>
                    <a:cubicBezTo>
                      <a:pt x="1817" y="597"/>
                      <a:pt x="1799" y="599"/>
                      <a:pt x="1792" y="592"/>
                    </a:cubicBezTo>
                    <a:cubicBezTo>
                      <a:pt x="1785" y="585"/>
                      <a:pt x="1772" y="587"/>
                      <a:pt x="1779" y="579"/>
                    </a:cubicBezTo>
                    <a:cubicBezTo>
                      <a:pt x="1785" y="570"/>
                      <a:pt x="1790" y="567"/>
                      <a:pt x="1800" y="570"/>
                    </a:cubicBezTo>
                    <a:cubicBezTo>
                      <a:pt x="1811" y="574"/>
                      <a:pt x="1821" y="589"/>
                      <a:pt x="1822" y="574"/>
                    </a:cubicBezTo>
                    <a:cubicBezTo>
                      <a:pt x="1824" y="559"/>
                      <a:pt x="1822" y="557"/>
                      <a:pt x="1822" y="545"/>
                    </a:cubicBezTo>
                    <a:cubicBezTo>
                      <a:pt x="1822" y="533"/>
                      <a:pt x="1811" y="520"/>
                      <a:pt x="1834" y="517"/>
                    </a:cubicBezTo>
                    <a:cubicBezTo>
                      <a:pt x="1858" y="513"/>
                      <a:pt x="1892" y="523"/>
                      <a:pt x="1892" y="523"/>
                    </a:cubicBezTo>
                    <a:cubicBezTo>
                      <a:pt x="1892" y="523"/>
                      <a:pt x="1929" y="512"/>
                      <a:pt x="1934" y="491"/>
                    </a:cubicBezTo>
                    <a:cubicBezTo>
                      <a:pt x="1939" y="471"/>
                      <a:pt x="1925" y="438"/>
                      <a:pt x="1925" y="427"/>
                    </a:cubicBezTo>
                    <a:cubicBezTo>
                      <a:pt x="1925" y="417"/>
                      <a:pt x="1918" y="412"/>
                      <a:pt x="1927" y="402"/>
                    </a:cubicBezTo>
                    <a:cubicBezTo>
                      <a:pt x="1935" y="392"/>
                      <a:pt x="1939" y="387"/>
                      <a:pt x="1934" y="379"/>
                    </a:cubicBezTo>
                    <a:cubicBezTo>
                      <a:pt x="1929" y="370"/>
                      <a:pt x="1925" y="359"/>
                      <a:pt x="1925" y="359"/>
                    </a:cubicBezTo>
                    <a:cubicBezTo>
                      <a:pt x="1915" y="342"/>
                      <a:pt x="1915" y="342"/>
                      <a:pt x="1915" y="342"/>
                    </a:cubicBezTo>
                    <a:cubicBezTo>
                      <a:pt x="1897" y="330"/>
                      <a:pt x="1897" y="330"/>
                      <a:pt x="1897" y="330"/>
                    </a:cubicBezTo>
                    <a:cubicBezTo>
                      <a:pt x="1861" y="322"/>
                      <a:pt x="1861" y="322"/>
                      <a:pt x="1861" y="322"/>
                    </a:cubicBezTo>
                    <a:cubicBezTo>
                      <a:pt x="1861" y="357"/>
                      <a:pt x="1861" y="357"/>
                      <a:pt x="1861" y="357"/>
                    </a:cubicBezTo>
                    <a:cubicBezTo>
                      <a:pt x="1861" y="357"/>
                      <a:pt x="1871" y="375"/>
                      <a:pt x="1863" y="384"/>
                    </a:cubicBezTo>
                    <a:cubicBezTo>
                      <a:pt x="1854" y="392"/>
                      <a:pt x="1843" y="399"/>
                      <a:pt x="1843" y="411"/>
                    </a:cubicBezTo>
                    <a:cubicBezTo>
                      <a:pt x="1843" y="422"/>
                      <a:pt x="1846" y="438"/>
                      <a:pt x="1841" y="448"/>
                    </a:cubicBezTo>
                    <a:cubicBezTo>
                      <a:pt x="1836" y="458"/>
                      <a:pt x="1827" y="459"/>
                      <a:pt x="1822" y="466"/>
                    </a:cubicBezTo>
                    <a:cubicBezTo>
                      <a:pt x="1817" y="473"/>
                      <a:pt x="1802" y="488"/>
                      <a:pt x="1799" y="471"/>
                    </a:cubicBezTo>
                    <a:cubicBezTo>
                      <a:pt x="1795" y="454"/>
                      <a:pt x="1790" y="429"/>
                      <a:pt x="1795" y="421"/>
                    </a:cubicBezTo>
                    <a:cubicBezTo>
                      <a:pt x="1800" y="412"/>
                      <a:pt x="1797" y="399"/>
                      <a:pt x="1792" y="390"/>
                    </a:cubicBezTo>
                    <a:cubicBezTo>
                      <a:pt x="1787" y="382"/>
                      <a:pt x="1763" y="359"/>
                      <a:pt x="1763" y="359"/>
                    </a:cubicBezTo>
                    <a:cubicBezTo>
                      <a:pt x="1763" y="359"/>
                      <a:pt x="1757" y="389"/>
                      <a:pt x="1758" y="395"/>
                    </a:cubicBezTo>
                    <a:cubicBezTo>
                      <a:pt x="1760" y="402"/>
                      <a:pt x="1745" y="416"/>
                      <a:pt x="1741" y="409"/>
                    </a:cubicBezTo>
                    <a:cubicBezTo>
                      <a:pt x="1738" y="402"/>
                      <a:pt x="1736" y="372"/>
                      <a:pt x="1735" y="364"/>
                    </a:cubicBezTo>
                    <a:cubicBezTo>
                      <a:pt x="1733" y="355"/>
                      <a:pt x="1716" y="338"/>
                      <a:pt x="1709" y="333"/>
                    </a:cubicBezTo>
                    <a:cubicBezTo>
                      <a:pt x="1703" y="328"/>
                      <a:pt x="1691" y="323"/>
                      <a:pt x="1696" y="315"/>
                    </a:cubicBezTo>
                    <a:cubicBezTo>
                      <a:pt x="1701" y="306"/>
                      <a:pt x="1694" y="279"/>
                      <a:pt x="1689" y="269"/>
                    </a:cubicBezTo>
                    <a:cubicBezTo>
                      <a:pt x="1684" y="259"/>
                      <a:pt x="1691" y="234"/>
                      <a:pt x="1677" y="219"/>
                    </a:cubicBezTo>
                    <a:cubicBezTo>
                      <a:pt x="1664" y="204"/>
                      <a:pt x="1667" y="202"/>
                      <a:pt x="1661" y="190"/>
                    </a:cubicBezTo>
                    <a:cubicBezTo>
                      <a:pt x="1654" y="179"/>
                      <a:pt x="1667" y="158"/>
                      <a:pt x="1667" y="158"/>
                    </a:cubicBezTo>
                    <a:cubicBezTo>
                      <a:pt x="1667" y="113"/>
                      <a:pt x="1667" y="113"/>
                      <a:pt x="1667" y="113"/>
                    </a:cubicBezTo>
                    <a:cubicBezTo>
                      <a:pt x="1701" y="108"/>
                      <a:pt x="1701" y="108"/>
                      <a:pt x="1701" y="108"/>
                    </a:cubicBezTo>
                    <a:cubicBezTo>
                      <a:pt x="1701" y="108"/>
                      <a:pt x="1750" y="27"/>
                      <a:pt x="1735" y="24"/>
                    </a:cubicBezTo>
                    <a:cubicBezTo>
                      <a:pt x="1720" y="21"/>
                      <a:pt x="1709" y="22"/>
                      <a:pt x="1698" y="14"/>
                    </a:cubicBezTo>
                    <a:cubicBezTo>
                      <a:pt x="1686" y="5"/>
                      <a:pt x="1661" y="0"/>
                      <a:pt x="1654" y="5"/>
                    </a:cubicBezTo>
                    <a:cubicBezTo>
                      <a:pt x="1647" y="10"/>
                      <a:pt x="1635" y="16"/>
                      <a:pt x="1635" y="27"/>
                    </a:cubicBezTo>
                    <a:cubicBezTo>
                      <a:pt x="1635" y="39"/>
                      <a:pt x="1634" y="76"/>
                      <a:pt x="1630" y="84"/>
                    </a:cubicBezTo>
                    <a:cubicBezTo>
                      <a:pt x="1627" y="93"/>
                      <a:pt x="1625" y="121"/>
                      <a:pt x="1629" y="135"/>
                    </a:cubicBezTo>
                    <a:cubicBezTo>
                      <a:pt x="1632" y="148"/>
                      <a:pt x="1635" y="174"/>
                      <a:pt x="1629" y="185"/>
                    </a:cubicBezTo>
                    <a:cubicBezTo>
                      <a:pt x="1622" y="197"/>
                      <a:pt x="1622" y="202"/>
                      <a:pt x="1618" y="216"/>
                    </a:cubicBezTo>
                    <a:cubicBezTo>
                      <a:pt x="1615" y="229"/>
                      <a:pt x="1607" y="226"/>
                      <a:pt x="1607" y="243"/>
                    </a:cubicBezTo>
                    <a:cubicBezTo>
                      <a:pt x="1607" y="259"/>
                      <a:pt x="1590" y="283"/>
                      <a:pt x="1605" y="298"/>
                    </a:cubicBezTo>
                    <a:cubicBezTo>
                      <a:pt x="1620" y="313"/>
                      <a:pt x="1629" y="325"/>
                      <a:pt x="1637" y="330"/>
                    </a:cubicBezTo>
                    <a:cubicBezTo>
                      <a:pt x="1645" y="335"/>
                      <a:pt x="1654" y="338"/>
                      <a:pt x="1655" y="347"/>
                    </a:cubicBezTo>
                    <a:cubicBezTo>
                      <a:pt x="1657" y="355"/>
                      <a:pt x="1659" y="369"/>
                      <a:pt x="1661" y="380"/>
                    </a:cubicBezTo>
                    <a:cubicBezTo>
                      <a:pt x="1662" y="392"/>
                      <a:pt x="1669" y="406"/>
                      <a:pt x="1654" y="414"/>
                    </a:cubicBezTo>
                    <a:cubicBezTo>
                      <a:pt x="1639" y="422"/>
                      <a:pt x="1630" y="414"/>
                      <a:pt x="1630" y="431"/>
                    </a:cubicBezTo>
                    <a:cubicBezTo>
                      <a:pt x="1630" y="448"/>
                      <a:pt x="1630" y="473"/>
                      <a:pt x="1618" y="464"/>
                    </a:cubicBezTo>
                    <a:cubicBezTo>
                      <a:pt x="1607" y="456"/>
                      <a:pt x="1607" y="422"/>
                      <a:pt x="1607" y="422"/>
                    </a:cubicBezTo>
                    <a:cubicBezTo>
                      <a:pt x="1607" y="422"/>
                      <a:pt x="1603" y="401"/>
                      <a:pt x="1602" y="392"/>
                    </a:cubicBezTo>
                    <a:cubicBezTo>
                      <a:pt x="1600" y="384"/>
                      <a:pt x="1591" y="372"/>
                      <a:pt x="1583" y="372"/>
                    </a:cubicBezTo>
                    <a:cubicBezTo>
                      <a:pt x="1575" y="372"/>
                      <a:pt x="1566" y="367"/>
                      <a:pt x="1570" y="382"/>
                    </a:cubicBezTo>
                    <a:cubicBezTo>
                      <a:pt x="1573" y="397"/>
                      <a:pt x="1568" y="401"/>
                      <a:pt x="1568" y="412"/>
                    </a:cubicBezTo>
                    <a:cubicBezTo>
                      <a:pt x="1568" y="424"/>
                      <a:pt x="1568" y="441"/>
                      <a:pt x="1559" y="441"/>
                    </a:cubicBezTo>
                    <a:cubicBezTo>
                      <a:pt x="1551" y="441"/>
                      <a:pt x="1526" y="432"/>
                      <a:pt x="1509" y="432"/>
                    </a:cubicBezTo>
                    <a:cubicBezTo>
                      <a:pt x="1492" y="432"/>
                      <a:pt x="1470" y="434"/>
                      <a:pt x="1460" y="434"/>
                    </a:cubicBezTo>
                    <a:cubicBezTo>
                      <a:pt x="1450" y="434"/>
                      <a:pt x="1430" y="427"/>
                      <a:pt x="1426" y="421"/>
                    </a:cubicBezTo>
                    <a:cubicBezTo>
                      <a:pt x="1423" y="414"/>
                      <a:pt x="1409" y="392"/>
                      <a:pt x="1403" y="390"/>
                    </a:cubicBezTo>
                    <a:cubicBezTo>
                      <a:pt x="1396" y="389"/>
                      <a:pt x="1389" y="375"/>
                      <a:pt x="1377" y="384"/>
                    </a:cubicBezTo>
                    <a:cubicBezTo>
                      <a:pt x="1366" y="392"/>
                      <a:pt x="1325" y="397"/>
                      <a:pt x="1340" y="407"/>
                    </a:cubicBezTo>
                    <a:cubicBezTo>
                      <a:pt x="1355" y="417"/>
                      <a:pt x="1367" y="412"/>
                      <a:pt x="1371" y="419"/>
                    </a:cubicBezTo>
                    <a:cubicBezTo>
                      <a:pt x="1374" y="426"/>
                      <a:pt x="1352" y="431"/>
                      <a:pt x="1357" y="446"/>
                    </a:cubicBezTo>
                    <a:cubicBezTo>
                      <a:pt x="1362" y="461"/>
                      <a:pt x="1366" y="473"/>
                      <a:pt x="1362" y="485"/>
                    </a:cubicBezTo>
                    <a:cubicBezTo>
                      <a:pt x="1359" y="496"/>
                      <a:pt x="1347" y="512"/>
                      <a:pt x="1342" y="496"/>
                    </a:cubicBezTo>
                    <a:cubicBezTo>
                      <a:pt x="1337" y="481"/>
                      <a:pt x="1337" y="454"/>
                      <a:pt x="1330" y="453"/>
                    </a:cubicBezTo>
                    <a:cubicBezTo>
                      <a:pt x="1323" y="451"/>
                      <a:pt x="1308" y="439"/>
                      <a:pt x="1302" y="439"/>
                    </a:cubicBezTo>
                    <a:cubicBezTo>
                      <a:pt x="1295" y="439"/>
                      <a:pt x="1219" y="446"/>
                      <a:pt x="1207" y="443"/>
                    </a:cubicBezTo>
                    <a:cubicBezTo>
                      <a:pt x="1195" y="439"/>
                      <a:pt x="1187" y="434"/>
                      <a:pt x="1189" y="426"/>
                    </a:cubicBezTo>
                    <a:cubicBezTo>
                      <a:pt x="1190" y="417"/>
                      <a:pt x="1200" y="417"/>
                      <a:pt x="1200" y="407"/>
                    </a:cubicBezTo>
                    <a:cubicBezTo>
                      <a:pt x="1200" y="397"/>
                      <a:pt x="1175" y="370"/>
                      <a:pt x="1175" y="370"/>
                    </a:cubicBezTo>
                    <a:cubicBezTo>
                      <a:pt x="1175" y="370"/>
                      <a:pt x="1162" y="375"/>
                      <a:pt x="1153" y="375"/>
                    </a:cubicBezTo>
                    <a:cubicBezTo>
                      <a:pt x="1145" y="375"/>
                      <a:pt x="1118" y="367"/>
                      <a:pt x="1118" y="367"/>
                    </a:cubicBezTo>
                    <a:cubicBezTo>
                      <a:pt x="1104" y="360"/>
                      <a:pt x="1047" y="322"/>
                      <a:pt x="1040" y="322"/>
                    </a:cubicBezTo>
                    <a:cubicBezTo>
                      <a:pt x="1034" y="322"/>
                      <a:pt x="1025" y="311"/>
                      <a:pt x="1008" y="325"/>
                    </a:cubicBezTo>
                    <a:cubicBezTo>
                      <a:pt x="991" y="338"/>
                      <a:pt x="968" y="352"/>
                      <a:pt x="970" y="340"/>
                    </a:cubicBezTo>
                    <a:cubicBezTo>
                      <a:pt x="971" y="328"/>
                      <a:pt x="964" y="322"/>
                      <a:pt x="953" y="322"/>
                    </a:cubicBezTo>
                    <a:cubicBezTo>
                      <a:pt x="941" y="322"/>
                      <a:pt x="931" y="340"/>
                      <a:pt x="927" y="332"/>
                    </a:cubicBezTo>
                    <a:cubicBezTo>
                      <a:pt x="924" y="323"/>
                      <a:pt x="919" y="310"/>
                      <a:pt x="911" y="296"/>
                    </a:cubicBezTo>
                    <a:cubicBezTo>
                      <a:pt x="902" y="283"/>
                      <a:pt x="884" y="269"/>
                      <a:pt x="875" y="286"/>
                    </a:cubicBezTo>
                    <a:cubicBezTo>
                      <a:pt x="867" y="303"/>
                      <a:pt x="846" y="320"/>
                      <a:pt x="841" y="325"/>
                    </a:cubicBezTo>
                    <a:cubicBezTo>
                      <a:pt x="836" y="330"/>
                      <a:pt x="799" y="350"/>
                      <a:pt x="791" y="347"/>
                    </a:cubicBezTo>
                    <a:cubicBezTo>
                      <a:pt x="782" y="343"/>
                      <a:pt x="749" y="365"/>
                      <a:pt x="744" y="370"/>
                    </a:cubicBezTo>
                    <a:cubicBezTo>
                      <a:pt x="739" y="375"/>
                      <a:pt x="723" y="390"/>
                      <a:pt x="722" y="385"/>
                    </a:cubicBezTo>
                    <a:cubicBezTo>
                      <a:pt x="720" y="380"/>
                      <a:pt x="668" y="355"/>
                      <a:pt x="654" y="350"/>
                    </a:cubicBezTo>
                    <a:cubicBezTo>
                      <a:pt x="641" y="345"/>
                      <a:pt x="590" y="327"/>
                      <a:pt x="590" y="327"/>
                    </a:cubicBezTo>
                    <a:lnTo>
                      <a:pt x="546" y="30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 dirty="0"/>
              </a:p>
            </p:txBody>
          </p:sp>
          <p:sp>
            <p:nvSpPr>
              <p:cNvPr id="80" name="Freeform 10">
                <a:extLst>
                  <a:ext uri="{FF2B5EF4-FFF2-40B4-BE49-F238E27FC236}">
                    <a16:creationId xmlns:a16="http://schemas.microsoft.com/office/drawing/2014/main" id="{ECA3F927-2B40-F944-BC06-03AE035E1F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5" y="2624"/>
                <a:ext cx="166" cy="162"/>
              </a:xfrm>
              <a:custGeom>
                <a:avLst/>
                <a:gdLst/>
                <a:ahLst/>
                <a:cxnLst>
                  <a:cxn ang="0">
                    <a:pos x="94" y="24"/>
                  </a:cxn>
                  <a:cxn ang="0">
                    <a:pos x="130" y="130"/>
                  </a:cxn>
                  <a:cxn ang="0">
                    <a:pos x="90" y="76"/>
                  </a:cxn>
                  <a:cxn ang="0">
                    <a:pos x="63" y="47"/>
                  </a:cxn>
                  <a:cxn ang="0">
                    <a:pos x="56" y="69"/>
                  </a:cxn>
                  <a:cxn ang="0">
                    <a:pos x="83" y="125"/>
                  </a:cxn>
                  <a:cxn ang="0">
                    <a:pos x="45" y="94"/>
                  </a:cxn>
                  <a:cxn ang="0">
                    <a:pos x="29" y="63"/>
                  </a:cxn>
                  <a:cxn ang="0">
                    <a:pos x="16" y="29"/>
                  </a:cxn>
                  <a:cxn ang="0">
                    <a:pos x="49" y="22"/>
                  </a:cxn>
                  <a:cxn ang="0">
                    <a:pos x="74" y="11"/>
                  </a:cxn>
                  <a:cxn ang="0">
                    <a:pos x="94" y="2"/>
                  </a:cxn>
                  <a:cxn ang="0">
                    <a:pos x="94" y="24"/>
                  </a:cxn>
                </a:cxnLst>
                <a:rect l="0" t="0" r="r" b="b"/>
                <a:pathLst>
                  <a:path w="144" h="141">
                    <a:moveTo>
                      <a:pt x="94" y="24"/>
                    </a:moveTo>
                    <a:cubicBezTo>
                      <a:pt x="99" y="31"/>
                      <a:pt x="144" y="141"/>
                      <a:pt x="130" y="130"/>
                    </a:cubicBezTo>
                    <a:cubicBezTo>
                      <a:pt x="117" y="119"/>
                      <a:pt x="94" y="89"/>
                      <a:pt x="90" y="76"/>
                    </a:cubicBezTo>
                    <a:cubicBezTo>
                      <a:pt x="85" y="63"/>
                      <a:pt x="67" y="40"/>
                      <a:pt x="63" y="47"/>
                    </a:cubicBezTo>
                    <a:cubicBezTo>
                      <a:pt x="58" y="54"/>
                      <a:pt x="40" y="49"/>
                      <a:pt x="56" y="69"/>
                    </a:cubicBezTo>
                    <a:cubicBezTo>
                      <a:pt x="72" y="89"/>
                      <a:pt x="88" y="116"/>
                      <a:pt x="83" y="125"/>
                    </a:cubicBezTo>
                    <a:cubicBezTo>
                      <a:pt x="79" y="134"/>
                      <a:pt x="45" y="103"/>
                      <a:pt x="45" y="94"/>
                    </a:cubicBezTo>
                    <a:cubicBezTo>
                      <a:pt x="45" y="85"/>
                      <a:pt x="40" y="69"/>
                      <a:pt x="29" y="63"/>
                    </a:cubicBezTo>
                    <a:cubicBezTo>
                      <a:pt x="18" y="56"/>
                      <a:pt x="0" y="33"/>
                      <a:pt x="16" y="29"/>
                    </a:cubicBezTo>
                    <a:cubicBezTo>
                      <a:pt x="31" y="24"/>
                      <a:pt x="36" y="22"/>
                      <a:pt x="49" y="22"/>
                    </a:cubicBezTo>
                    <a:cubicBezTo>
                      <a:pt x="63" y="22"/>
                      <a:pt x="74" y="11"/>
                      <a:pt x="74" y="11"/>
                    </a:cubicBezTo>
                    <a:cubicBezTo>
                      <a:pt x="74" y="11"/>
                      <a:pt x="85" y="0"/>
                      <a:pt x="94" y="2"/>
                    </a:cubicBezTo>
                    <a:cubicBezTo>
                      <a:pt x="103" y="4"/>
                      <a:pt x="94" y="24"/>
                      <a:pt x="94" y="24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81" name="Freeform 11">
                <a:extLst>
                  <a:ext uri="{FF2B5EF4-FFF2-40B4-BE49-F238E27FC236}">
                    <a16:creationId xmlns:a16="http://schemas.microsoft.com/office/drawing/2014/main" id="{DFFB49D0-22AB-FC43-AF21-BB7395F8ED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9" y="2842"/>
                <a:ext cx="321" cy="272"/>
              </a:xfrm>
              <a:custGeom>
                <a:avLst/>
                <a:gdLst/>
                <a:ahLst/>
                <a:cxnLst>
                  <a:cxn ang="0">
                    <a:pos x="77" y="13"/>
                  </a:cxn>
                  <a:cxn ang="0">
                    <a:pos x="15" y="79"/>
                  </a:cxn>
                  <a:cxn ang="0">
                    <a:pos x="43" y="78"/>
                  </a:cxn>
                  <a:cxn ang="0">
                    <a:pos x="83" y="57"/>
                  </a:cxn>
                  <a:cxn ang="0">
                    <a:pos x="114" y="72"/>
                  </a:cxn>
                  <a:cxn ang="0">
                    <a:pos x="152" y="71"/>
                  </a:cxn>
                  <a:cxn ang="0">
                    <a:pos x="173" y="78"/>
                  </a:cxn>
                  <a:cxn ang="0">
                    <a:pos x="169" y="94"/>
                  </a:cxn>
                  <a:cxn ang="0">
                    <a:pos x="123" y="109"/>
                  </a:cxn>
                  <a:cxn ang="0">
                    <a:pos x="100" y="145"/>
                  </a:cxn>
                  <a:cxn ang="0">
                    <a:pos x="105" y="166"/>
                  </a:cxn>
                  <a:cxn ang="0">
                    <a:pos x="108" y="235"/>
                  </a:cxn>
                  <a:cxn ang="0">
                    <a:pos x="133" y="219"/>
                  </a:cxn>
                  <a:cxn ang="0">
                    <a:pos x="138" y="167"/>
                  </a:cxn>
                  <a:cxn ang="0">
                    <a:pos x="143" y="137"/>
                  </a:cxn>
                  <a:cxn ang="0">
                    <a:pos x="165" y="118"/>
                  </a:cxn>
                  <a:cxn ang="0">
                    <a:pos x="177" y="108"/>
                  </a:cxn>
                  <a:cxn ang="0">
                    <a:pos x="203" y="129"/>
                  </a:cxn>
                  <a:cxn ang="0">
                    <a:pos x="197" y="159"/>
                  </a:cxn>
                  <a:cxn ang="0">
                    <a:pos x="215" y="172"/>
                  </a:cxn>
                  <a:cxn ang="0">
                    <a:pos x="221" y="171"/>
                  </a:cxn>
                  <a:cxn ang="0">
                    <a:pos x="237" y="183"/>
                  </a:cxn>
                  <a:cxn ang="0">
                    <a:pos x="244" y="158"/>
                  </a:cxn>
                  <a:cxn ang="0">
                    <a:pos x="247" y="130"/>
                  </a:cxn>
                  <a:cxn ang="0">
                    <a:pos x="270" y="139"/>
                  </a:cxn>
                  <a:cxn ang="0">
                    <a:pos x="277" y="127"/>
                  </a:cxn>
                  <a:cxn ang="0">
                    <a:pos x="253" y="103"/>
                  </a:cxn>
                  <a:cxn ang="0">
                    <a:pos x="210" y="91"/>
                  </a:cxn>
                  <a:cxn ang="0">
                    <a:pos x="171" y="55"/>
                  </a:cxn>
                  <a:cxn ang="0">
                    <a:pos x="145" y="26"/>
                  </a:cxn>
                  <a:cxn ang="0">
                    <a:pos x="117" y="1"/>
                  </a:cxn>
                  <a:cxn ang="0">
                    <a:pos x="77" y="13"/>
                  </a:cxn>
                </a:cxnLst>
                <a:rect l="0" t="0" r="r" b="b"/>
                <a:pathLst>
                  <a:path w="279" h="237">
                    <a:moveTo>
                      <a:pt x="77" y="13"/>
                    </a:moveTo>
                    <a:cubicBezTo>
                      <a:pt x="77" y="13"/>
                      <a:pt x="0" y="79"/>
                      <a:pt x="15" y="79"/>
                    </a:cubicBezTo>
                    <a:cubicBezTo>
                      <a:pt x="30" y="79"/>
                      <a:pt x="37" y="82"/>
                      <a:pt x="43" y="78"/>
                    </a:cubicBezTo>
                    <a:cubicBezTo>
                      <a:pt x="49" y="73"/>
                      <a:pt x="72" y="53"/>
                      <a:pt x="83" y="57"/>
                    </a:cubicBezTo>
                    <a:cubicBezTo>
                      <a:pt x="95" y="62"/>
                      <a:pt x="103" y="72"/>
                      <a:pt x="114" y="72"/>
                    </a:cubicBezTo>
                    <a:cubicBezTo>
                      <a:pt x="125" y="72"/>
                      <a:pt x="145" y="70"/>
                      <a:pt x="152" y="71"/>
                    </a:cubicBezTo>
                    <a:cubicBezTo>
                      <a:pt x="159" y="72"/>
                      <a:pt x="165" y="71"/>
                      <a:pt x="173" y="78"/>
                    </a:cubicBezTo>
                    <a:cubicBezTo>
                      <a:pt x="181" y="84"/>
                      <a:pt x="180" y="93"/>
                      <a:pt x="169" y="94"/>
                    </a:cubicBezTo>
                    <a:cubicBezTo>
                      <a:pt x="158" y="96"/>
                      <a:pt x="128" y="106"/>
                      <a:pt x="123" y="109"/>
                    </a:cubicBezTo>
                    <a:cubicBezTo>
                      <a:pt x="117" y="112"/>
                      <a:pt x="88" y="138"/>
                      <a:pt x="100" y="145"/>
                    </a:cubicBezTo>
                    <a:cubicBezTo>
                      <a:pt x="113" y="152"/>
                      <a:pt x="104" y="152"/>
                      <a:pt x="105" y="166"/>
                    </a:cubicBezTo>
                    <a:cubicBezTo>
                      <a:pt x="106" y="181"/>
                      <a:pt x="92" y="232"/>
                      <a:pt x="108" y="235"/>
                    </a:cubicBezTo>
                    <a:cubicBezTo>
                      <a:pt x="124" y="237"/>
                      <a:pt x="132" y="222"/>
                      <a:pt x="133" y="219"/>
                    </a:cubicBezTo>
                    <a:cubicBezTo>
                      <a:pt x="134" y="216"/>
                      <a:pt x="137" y="171"/>
                      <a:pt x="138" y="167"/>
                    </a:cubicBezTo>
                    <a:cubicBezTo>
                      <a:pt x="140" y="164"/>
                      <a:pt x="140" y="140"/>
                      <a:pt x="143" y="137"/>
                    </a:cubicBezTo>
                    <a:cubicBezTo>
                      <a:pt x="146" y="134"/>
                      <a:pt x="159" y="121"/>
                      <a:pt x="165" y="118"/>
                    </a:cubicBezTo>
                    <a:cubicBezTo>
                      <a:pt x="172" y="115"/>
                      <a:pt x="164" y="105"/>
                      <a:pt x="177" y="108"/>
                    </a:cubicBezTo>
                    <a:cubicBezTo>
                      <a:pt x="189" y="111"/>
                      <a:pt x="201" y="126"/>
                      <a:pt x="203" y="129"/>
                    </a:cubicBezTo>
                    <a:cubicBezTo>
                      <a:pt x="204" y="133"/>
                      <a:pt x="195" y="149"/>
                      <a:pt x="197" y="159"/>
                    </a:cubicBezTo>
                    <a:cubicBezTo>
                      <a:pt x="199" y="170"/>
                      <a:pt x="209" y="173"/>
                      <a:pt x="215" y="172"/>
                    </a:cubicBezTo>
                    <a:cubicBezTo>
                      <a:pt x="221" y="171"/>
                      <a:pt x="215" y="158"/>
                      <a:pt x="221" y="171"/>
                    </a:cubicBezTo>
                    <a:cubicBezTo>
                      <a:pt x="226" y="183"/>
                      <a:pt x="235" y="186"/>
                      <a:pt x="237" y="183"/>
                    </a:cubicBezTo>
                    <a:cubicBezTo>
                      <a:pt x="240" y="180"/>
                      <a:pt x="243" y="167"/>
                      <a:pt x="244" y="158"/>
                    </a:cubicBezTo>
                    <a:cubicBezTo>
                      <a:pt x="245" y="149"/>
                      <a:pt x="241" y="129"/>
                      <a:pt x="247" y="130"/>
                    </a:cubicBezTo>
                    <a:cubicBezTo>
                      <a:pt x="254" y="131"/>
                      <a:pt x="264" y="142"/>
                      <a:pt x="270" y="139"/>
                    </a:cubicBezTo>
                    <a:cubicBezTo>
                      <a:pt x="276" y="137"/>
                      <a:pt x="279" y="135"/>
                      <a:pt x="277" y="127"/>
                    </a:cubicBezTo>
                    <a:cubicBezTo>
                      <a:pt x="274" y="119"/>
                      <a:pt x="262" y="109"/>
                      <a:pt x="253" y="103"/>
                    </a:cubicBezTo>
                    <a:cubicBezTo>
                      <a:pt x="244" y="98"/>
                      <a:pt x="219" y="97"/>
                      <a:pt x="210" y="91"/>
                    </a:cubicBezTo>
                    <a:cubicBezTo>
                      <a:pt x="201" y="85"/>
                      <a:pt x="172" y="65"/>
                      <a:pt x="171" y="55"/>
                    </a:cubicBezTo>
                    <a:cubicBezTo>
                      <a:pt x="170" y="45"/>
                      <a:pt x="152" y="36"/>
                      <a:pt x="145" y="26"/>
                    </a:cubicBezTo>
                    <a:cubicBezTo>
                      <a:pt x="138" y="16"/>
                      <a:pt x="126" y="0"/>
                      <a:pt x="117" y="1"/>
                    </a:cubicBezTo>
                    <a:cubicBezTo>
                      <a:pt x="108" y="3"/>
                      <a:pt x="87" y="1"/>
                      <a:pt x="77" y="13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82" name="Freeform 12">
                <a:extLst>
                  <a:ext uri="{FF2B5EF4-FFF2-40B4-BE49-F238E27FC236}">
                    <a16:creationId xmlns:a16="http://schemas.microsoft.com/office/drawing/2014/main" id="{22907D6D-64FA-BF47-A595-7F78BCA5E0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1" y="3014"/>
                <a:ext cx="170" cy="99"/>
              </a:xfrm>
              <a:custGeom>
                <a:avLst/>
                <a:gdLst/>
                <a:ahLst/>
                <a:cxnLst>
                  <a:cxn ang="0">
                    <a:pos x="11" y="69"/>
                  </a:cxn>
                  <a:cxn ang="0">
                    <a:pos x="60" y="38"/>
                  </a:cxn>
                  <a:cxn ang="0">
                    <a:pos x="86" y="34"/>
                  </a:cxn>
                  <a:cxn ang="0">
                    <a:pos x="113" y="14"/>
                  </a:cxn>
                  <a:cxn ang="0">
                    <a:pos x="137" y="5"/>
                  </a:cxn>
                  <a:cxn ang="0">
                    <a:pos x="146" y="9"/>
                  </a:cxn>
                  <a:cxn ang="0">
                    <a:pos x="125" y="29"/>
                  </a:cxn>
                  <a:cxn ang="0">
                    <a:pos x="80" y="51"/>
                  </a:cxn>
                  <a:cxn ang="0">
                    <a:pos x="60" y="70"/>
                  </a:cxn>
                  <a:cxn ang="0">
                    <a:pos x="9" y="86"/>
                  </a:cxn>
                  <a:cxn ang="0">
                    <a:pos x="11" y="69"/>
                  </a:cxn>
                </a:cxnLst>
                <a:rect l="0" t="0" r="r" b="b"/>
                <a:pathLst>
                  <a:path w="148" h="86">
                    <a:moveTo>
                      <a:pt x="11" y="69"/>
                    </a:moveTo>
                    <a:cubicBezTo>
                      <a:pt x="15" y="65"/>
                      <a:pt x="46" y="38"/>
                      <a:pt x="60" y="38"/>
                    </a:cubicBezTo>
                    <a:cubicBezTo>
                      <a:pt x="73" y="38"/>
                      <a:pt x="84" y="38"/>
                      <a:pt x="86" y="34"/>
                    </a:cubicBezTo>
                    <a:cubicBezTo>
                      <a:pt x="88" y="31"/>
                      <a:pt x="98" y="14"/>
                      <a:pt x="113" y="14"/>
                    </a:cubicBezTo>
                    <a:cubicBezTo>
                      <a:pt x="127" y="14"/>
                      <a:pt x="133" y="6"/>
                      <a:pt x="137" y="5"/>
                    </a:cubicBezTo>
                    <a:cubicBezTo>
                      <a:pt x="142" y="4"/>
                      <a:pt x="145" y="0"/>
                      <a:pt x="146" y="9"/>
                    </a:cubicBezTo>
                    <a:cubicBezTo>
                      <a:pt x="148" y="18"/>
                      <a:pt x="139" y="24"/>
                      <a:pt x="125" y="29"/>
                    </a:cubicBezTo>
                    <a:cubicBezTo>
                      <a:pt x="112" y="33"/>
                      <a:pt x="82" y="42"/>
                      <a:pt x="80" y="51"/>
                    </a:cubicBezTo>
                    <a:cubicBezTo>
                      <a:pt x="78" y="60"/>
                      <a:pt x="69" y="67"/>
                      <a:pt x="60" y="70"/>
                    </a:cubicBezTo>
                    <a:cubicBezTo>
                      <a:pt x="51" y="73"/>
                      <a:pt x="17" y="86"/>
                      <a:pt x="9" y="86"/>
                    </a:cubicBezTo>
                    <a:cubicBezTo>
                      <a:pt x="2" y="86"/>
                      <a:pt x="0" y="77"/>
                      <a:pt x="11" y="69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83" name="Freeform 13">
                <a:extLst>
                  <a:ext uri="{FF2B5EF4-FFF2-40B4-BE49-F238E27FC236}">
                    <a16:creationId xmlns:a16="http://schemas.microsoft.com/office/drawing/2014/main" id="{024B5822-439C-A941-A3BB-E3824C8F91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7" y="1313"/>
                <a:ext cx="291" cy="322"/>
              </a:xfrm>
              <a:custGeom>
                <a:avLst/>
                <a:gdLst/>
                <a:ahLst/>
                <a:cxnLst>
                  <a:cxn ang="0">
                    <a:pos x="43" y="252"/>
                  </a:cxn>
                  <a:cxn ang="0">
                    <a:pos x="6" y="215"/>
                  </a:cxn>
                  <a:cxn ang="0">
                    <a:pos x="12" y="123"/>
                  </a:cxn>
                  <a:cxn ang="0">
                    <a:pos x="35" y="92"/>
                  </a:cxn>
                  <a:cxn ang="0">
                    <a:pos x="23" y="34"/>
                  </a:cxn>
                  <a:cxn ang="0">
                    <a:pos x="86" y="20"/>
                  </a:cxn>
                  <a:cxn ang="0">
                    <a:pos x="158" y="57"/>
                  </a:cxn>
                  <a:cxn ang="0">
                    <a:pos x="187" y="49"/>
                  </a:cxn>
                  <a:cxn ang="0">
                    <a:pos x="228" y="94"/>
                  </a:cxn>
                  <a:cxn ang="0">
                    <a:pos x="141" y="178"/>
                  </a:cxn>
                  <a:cxn ang="0">
                    <a:pos x="112" y="224"/>
                  </a:cxn>
                  <a:cxn ang="0">
                    <a:pos x="75" y="275"/>
                  </a:cxn>
                  <a:cxn ang="0">
                    <a:pos x="43" y="252"/>
                  </a:cxn>
                </a:cxnLst>
                <a:rect l="0" t="0" r="r" b="b"/>
                <a:pathLst>
                  <a:path w="253" h="281">
                    <a:moveTo>
                      <a:pt x="43" y="252"/>
                    </a:moveTo>
                    <a:cubicBezTo>
                      <a:pt x="43" y="252"/>
                      <a:pt x="3" y="241"/>
                      <a:pt x="6" y="215"/>
                    </a:cubicBezTo>
                    <a:cubicBezTo>
                      <a:pt x="9" y="189"/>
                      <a:pt x="0" y="143"/>
                      <a:pt x="12" y="123"/>
                    </a:cubicBezTo>
                    <a:cubicBezTo>
                      <a:pt x="23" y="103"/>
                      <a:pt x="43" y="118"/>
                      <a:pt x="35" y="92"/>
                    </a:cubicBezTo>
                    <a:cubicBezTo>
                      <a:pt x="26" y="66"/>
                      <a:pt x="12" y="46"/>
                      <a:pt x="23" y="34"/>
                    </a:cubicBezTo>
                    <a:cubicBezTo>
                      <a:pt x="35" y="23"/>
                      <a:pt x="55" y="0"/>
                      <a:pt x="86" y="20"/>
                    </a:cubicBezTo>
                    <a:cubicBezTo>
                      <a:pt x="118" y="40"/>
                      <a:pt x="147" y="69"/>
                      <a:pt x="158" y="57"/>
                    </a:cubicBezTo>
                    <a:cubicBezTo>
                      <a:pt x="170" y="46"/>
                      <a:pt x="167" y="34"/>
                      <a:pt x="187" y="49"/>
                    </a:cubicBezTo>
                    <a:cubicBezTo>
                      <a:pt x="207" y="63"/>
                      <a:pt x="253" y="74"/>
                      <a:pt x="228" y="94"/>
                    </a:cubicBezTo>
                    <a:cubicBezTo>
                      <a:pt x="202" y="115"/>
                      <a:pt x="147" y="163"/>
                      <a:pt x="141" y="178"/>
                    </a:cubicBezTo>
                    <a:cubicBezTo>
                      <a:pt x="135" y="192"/>
                      <a:pt x="115" y="198"/>
                      <a:pt x="112" y="224"/>
                    </a:cubicBezTo>
                    <a:cubicBezTo>
                      <a:pt x="110" y="250"/>
                      <a:pt x="92" y="281"/>
                      <a:pt x="75" y="275"/>
                    </a:cubicBezTo>
                    <a:cubicBezTo>
                      <a:pt x="58" y="270"/>
                      <a:pt x="43" y="252"/>
                      <a:pt x="43" y="252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84" name="Freeform 14">
                <a:extLst>
                  <a:ext uri="{FF2B5EF4-FFF2-40B4-BE49-F238E27FC236}">
                    <a16:creationId xmlns:a16="http://schemas.microsoft.com/office/drawing/2014/main" id="{AD1AAF08-1295-F44F-828A-6350FBFFA8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2" y="1441"/>
                <a:ext cx="404" cy="375"/>
              </a:xfrm>
              <a:custGeom>
                <a:avLst/>
                <a:gdLst/>
                <a:ahLst/>
                <a:cxnLst>
                  <a:cxn ang="0">
                    <a:pos x="78" y="11"/>
                  </a:cxn>
                  <a:cxn ang="0">
                    <a:pos x="98" y="57"/>
                  </a:cxn>
                  <a:cxn ang="0">
                    <a:pos x="144" y="60"/>
                  </a:cxn>
                  <a:cxn ang="0">
                    <a:pos x="184" y="57"/>
                  </a:cxn>
                  <a:cxn ang="0">
                    <a:pos x="210" y="97"/>
                  </a:cxn>
                  <a:cxn ang="0">
                    <a:pos x="222" y="37"/>
                  </a:cxn>
                  <a:cxn ang="0">
                    <a:pos x="279" y="80"/>
                  </a:cxn>
                  <a:cxn ang="0">
                    <a:pos x="348" y="201"/>
                  </a:cxn>
                  <a:cxn ang="0">
                    <a:pos x="328" y="264"/>
                  </a:cxn>
                  <a:cxn ang="0">
                    <a:pos x="331" y="301"/>
                  </a:cxn>
                  <a:cxn ang="0">
                    <a:pos x="250" y="284"/>
                  </a:cxn>
                  <a:cxn ang="0">
                    <a:pos x="141" y="324"/>
                  </a:cxn>
                  <a:cxn ang="0">
                    <a:pos x="86" y="293"/>
                  </a:cxn>
                  <a:cxn ang="0">
                    <a:pos x="32" y="250"/>
                  </a:cxn>
                  <a:cxn ang="0">
                    <a:pos x="95" y="227"/>
                  </a:cxn>
                  <a:cxn ang="0">
                    <a:pos x="52" y="184"/>
                  </a:cxn>
                  <a:cxn ang="0">
                    <a:pos x="9" y="143"/>
                  </a:cxn>
                  <a:cxn ang="0">
                    <a:pos x="0" y="123"/>
                  </a:cxn>
                  <a:cxn ang="0">
                    <a:pos x="20" y="51"/>
                  </a:cxn>
                  <a:cxn ang="0">
                    <a:pos x="78" y="11"/>
                  </a:cxn>
                </a:cxnLst>
                <a:rect l="0" t="0" r="r" b="b"/>
                <a:pathLst>
                  <a:path w="351" h="327">
                    <a:moveTo>
                      <a:pt x="78" y="11"/>
                    </a:moveTo>
                    <a:cubicBezTo>
                      <a:pt x="86" y="23"/>
                      <a:pt x="81" y="69"/>
                      <a:pt x="98" y="57"/>
                    </a:cubicBezTo>
                    <a:cubicBezTo>
                      <a:pt x="115" y="46"/>
                      <a:pt x="129" y="43"/>
                      <a:pt x="144" y="60"/>
                    </a:cubicBezTo>
                    <a:cubicBezTo>
                      <a:pt x="158" y="77"/>
                      <a:pt x="176" y="49"/>
                      <a:pt x="184" y="57"/>
                    </a:cubicBezTo>
                    <a:cubicBezTo>
                      <a:pt x="193" y="66"/>
                      <a:pt x="184" y="97"/>
                      <a:pt x="210" y="97"/>
                    </a:cubicBezTo>
                    <a:cubicBezTo>
                      <a:pt x="236" y="97"/>
                      <a:pt x="193" y="43"/>
                      <a:pt x="222" y="37"/>
                    </a:cubicBezTo>
                    <a:cubicBezTo>
                      <a:pt x="250" y="31"/>
                      <a:pt x="265" y="54"/>
                      <a:pt x="279" y="80"/>
                    </a:cubicBezTo>
                    <a:cubicBezTo>
                      <a:pt x="294" y="106"/>
                      <a:pt x="345" y="155"/>
                      <a:pt x="348" y="201"/>
                    </a:cubicBezTo>
                    <a:cubicBezTo>
                      <a:pt x="351" y="247"/>
                      <a:pt x="314" y="247"/>
                      <a:pt x="328" y="264"/>
                    </a:cubicBezTo>
                    <a:cubicBezTo>
                      <a:pt x="343" y="281"/>
                      <a:pt x="345" y="298"/>
                      <a:pt x="331" y="301"/>
                    </a:cubicBezTo>
                    <a:cubicBezTo>
                      <a:pt x="317" y="304"/>
                      <a:pt x="276" y="270"/>
                      <a:pt x="250" y="284"/>
                    </a:cubicBezTo>
                    <a:cubicBezTo>
                      <a:pt x="224" y="298"/>
                      <a:pt x="173" y="327"/>
                      <a:pt x="141" y="324"/>
                    </a:cubicBezTo>
                    <a:cubicBezTo>
                      <a:pt x="109" y="321"/>
                      <a:pt x="86" y="293"/>
                      <a:pt x="86" y="293"/>
                    </a:cubicBezTo>
                    <a:cubicBezTo>
                      <a:pt x="86" y="293"/>
                      <a:pt x="34" y="264"/>
                      <a:pt x="32" y="250"/>
                    </a:cubicBezTo>
                    <a:cubicBezTo>
                      <a:pt x="29" y="235"/>
                      <a:pt x="75" y="235"/>
                      <a:pt x="95" y="227"/>
                    </a:cubicBezTo>
                    <a:cubicBezTo>
                      <a:pt x="115" y="218"/>
                      <a:pt x="81" y="186"/>
                      <a:pt x="52" y="184"/>
                    </a:cubicBezTo>
                    <a:cubicBezTo>
                      <a:pt x="23" y="181"/>
                      <a:pt x="6" y="152"/>
                      <a:pt x="9" y="143"/>
                    </a:cubicBezTo>
                    <a:cubicBezTo>
                      <a:pt x="11" y="135"/>
                      <a:pt x="0" y="138"/>
                      <a:pt x="0" y="123"/>
                    </a:cubicBezTo>
                    <a:cubicBezTo>
                      <a:pt x="0" y="109"/>
                      <a:pt x="11" y="57"/>
                      <a:pt x="20" y="51"/>
                    </a:cubicBezTo>
                    <a:cubicBezTo>
                      <a:pt x="29" y="46"/>
                      <a:pt x="69" y="0"/>
                      <a:pt x="78" y="11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85" name="Freeform 15">
                <a:extLst>
                  <a:ext uri="{FF2B5EF4-FFF2-40B4-BE49-F238E27FC236}">
                    <a16:creationId xmlns:a16="http://schemas.microsoft.com/office/drawing/2014/main" id="{886C2EFB-20C1-5742-A3ED-1D116ADDB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6" y="1395"/>
                <a:ext cx="145" cy="240"/>
              </a:xfrm>
              <a:custGeom>
                <a:avLst/>
                <a:gdLst/>
                <a:ahLst/>
                <a:cxnLst>
                  <a:cxn ang="0">
                    <a:pos x="20" y="28"/>
                  </a:cxn>
                  <a:cxn ang="0">
                    <a:pos x="60" y="5"/>
                  </a:cxn>
                  <a:cxn ang="0">
                    <a:pos x="115" y="28"/>
                  </a:cxn>
                  <a:cxn ang="0">
                    <a:pos x="106" y="83"/>
                  </a:cxn>
                  <a:cxn ang="0">
                    <a:pos x="121" y="132"/>
                  </a:cxn>
                  <a:cxn ang="0">
                    <a:pos x="92" y="183"/>
                  </a:cxn>
                  <a:cxn ang="0">
                    <a:pos x="49" y="129"/>
                  </a:cxn>
                  <a:cxn ang="0">
                    <a:pos x="8" y="86"/>
                  </a:cxn>
                  <a:cxn ang="0">
                    <a:pos x="37" y="68"/>
                  </a:cxn>
                  <a:cxn ang="0">
                    <a:pos x="20" y="28"/>
                  </a:cxn>
                </a:cxnLst>
                <a:rect l="0" t="0" r="r" b="b"/>
                <a:pathLst>
                  <a:path w="126" h="209">
                    <a:moveTo>
                      <a:pt x="20" y="28"/>
                    </a:moveTo>
                    <a:cubicBezTo>
                      <a:pt x="20" y="28"/>
                      <a:pt x="28" y="0"/>
                      <a:pt x="60" y="5"/>
                    </a:cubicBezTo>
                    <a:cubicBezTo>
                      <a:pt x="92" y="11"/>
                      <a:pt x="121" y="8"/>
                      <a:pt x="115" y="28"/>
                    </a:cubicBezTo>
                    <a:cubicBezTo>
                      <a:pt x="109" y="48"/>
                      <a:pt x="86" y="66"/>
                      <a:pt x="106" y="83"/>
                    </a:cubicBezTo>
                    <a:cubicBezTo>
                      <a:pt x="126" y="100"/>
                      <a:pt x="123" y="120"/>
                      <a:pt x="121" y="132"/>
                    </a:cubicBezTo>
                    <a:cubicBezTo>
                      <a:pt x="118" y="143"/>
                      <a:pt x="109" y="209"/>
                      <a:pt x="92" y="183"/>
                    </a:cubicBezTo>
                    <a:cubicBezTo>
                      <a:pt x="74" y="158"/>
                      <a:pt x="63" y="140"/>
                      <a:pt x="49" y="129"/>
                    </a:cubicBezTo>
                    <a:cubicBezTo>
                      <a:pt x="34" y="117"/>
                      <a:pt x="0" y="97"/>
                      <a:pt x="8" y="86"/>
                    </a:cubicBezTo>
                    <a:cubicBezTo>
                      <a:pt x="17" y="74"/>
                      <a:pt x="37" y="68"/>
                      <a:pt x="37" y="68"/>
                    </a:cubicBezTo>
                    <a:cubicBezTo>
                      <a:pt x="37" y="68"/>
                      <a:pt x="17" y="54"/>
                      <a:pt x="20" y="28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86" name="Freeform 16">
                <a:extLst>
                  <a:ext uri="{FF2B5EF4-FFF2-40B4-BE49-F238E27FC236}">
                    <a16:creationId xmlns:a16="http://schemas.microsoft.com/office/drawing/2014/main" id="{4E7A7EAC-80C2-1A46-AD81-78C6FB8AE5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7" y="1010"/>
                <a:ext cx="185" cy="190"/>
              </a:xfrm>
              <a:custGeom>
                <a:avLst/>
                <a:gdLst/>
                <a:ahLst/>
                <a:cxnLst>
                  <a:cxn ang="0">
                    <a:pos x="14" y="114"/>
                  </a:cxn>
                  <a:cxn ang="0">
                    <a:pos x="69" y="43"/>
                  </a:cxn>
                  <a:cxn ang="0">
                    <a:pos x="129" y="17"/>
                  </a:cxn>
                  <a:cxn ang="0">
                    <a:pos x="155" y="20"/>
                  </a:cxn>
                  <a:cxn ang="0">
                    <a:pos x="143" y="80"/>
                  </a:cxn>
                  <a:cxn ang="0">
                    <a:pos x="118" y="123"/>
                  </a:cxn>
                  <a:cxn ang="0">
                    <a:pos x="69" y="132"/>
                  </a:cxn>
                  <a:cxn ang="0">
                    <a:pos x="40" y="160"/>
                  </a:cxn>
                  <a:cxn ang="0">
                    <a:pos x="14" y="114"/>
                  </a:cxn>
                </a:cxnLst>
                <a:rect l="0" t="0" r="r" b="b"/>
                <a:pathLst>
                  <a:path w="161" h="166">
                    <a:moveTo>
                      <a:pt x="14" y="114"/>
                    </a:moveTo>
                    <a:cubicBezTo>
                      <a:pt x="14" y="114"/>
                      <a:pt x="46" y="51"/>
                      <a:pt x="69" y="43"/>
                    </a:cubicBezTo>
                    <a:cubicBezTo>
                      <a:pt x="92" y="34"/>
                      <a:pt x="129" y="17"/>
                      <a:pt x="129" y="17"/>
                    </a:cubicBezTo>
                    <a:cubicBezTo>
                      <a:pt x="129" y="17"/>
                      <a:pt x="149" y="0"/>
                      <a:pt x="155" y="20"/>
                    </a:cubicBezTo>
                    <a:cubicBezTo>
                      <a:pt x="161" y="40"/>
                      <a:pt x="143" y="57"/>
                      <a:pt x="143" y="80"/>
                    </a:cubicBezTo>
                    <a:cubicBezTo>
                      <a:pt x="143" y="103"/>
                      <a:pt x="138" y="135"/>
                      <a:pt x="118" y="123"/>
                    </a:cubicBezTo>
                    <a:cubicBezTo>
                      <a:pt x="97" y="111"/>
                      <a:pt x="69" y="114"/>
                      <a:pt x="69" y="132"/>
                    </a:cubicBezTo>
                    <a:cubicBezTo>
                      <a:pt x="69" y="149"/>
                      <a:pt x="51" y="166"/>
                      <a:pt x="40" y="160"/>
                    </a:cubicBezTo>
                    <a:cubicBezTo>
                      <a:pt x="28" y="155"/>
                      <a:pt x="0" y="149"/>
                      <a:pt x="14" y="114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87" name="Freeform 17">
                <a:extLst>
                  <a:ext uri="{FF2B5EF4-FFF2-40B4-BE49-F238E27FC236}">
                    <a16:creationId xmlns:a16="http://schemas.microsoft.com/office/drawing/2014/main" id="{09B9331D-7528-B241-A10A-F86246D354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5" y="1075"/>
                <a:ext cx="298" cy="273"/>
              </a:xfrm>
              <a:custGeom>
                <a:avLst/>
                <a:gdLst/>
                <a:ahLst/>
                <a:cxnLst>
                  <a:cxn ang="0">
                    <a:pos x="81" y="69"/>
                  </a:cxn>
                  <a:cxn ang="0">
                    <a:pos x="153" y="115"/>
                  </a:cxn>
                  <a:cxn ang="0">
                    <a:pos x="170" y="78"/>
                  </a:cxn>
                  <a:cxn ang="0">
                    <a:pos x="184" y="32"/>
                  </a:cxn>
                  <a:cxn ang="0">
                    <a:pos x="222" y="100"/>
                  </a:cxn>
                  <a:cxn ang="0">
                    <a:pos x="242" y="100"/>
                  </a:cxn>
                  <a:cxn ang="0">
                    <a:pos x="236" y="164"/>
                  </a:cxn>
                  <a:cxn ang="0">
                    <a:pos x="161" y="190"/>
                  </a:cxn>
                  <a:cxn ang="0">
                    <a:pos x="72" y="215"/>
                  </a:cxn>
                  <a:cxn ang="0">
                    <a:pos x="66" y="161"/>
                  </a:cxn>
                  <a:cxn ang="0">
                    <a:pos x="9" y="164"/>
                  </a:cxn>
                  <a:cxn ang="0">
                    <a:pos x="23" y="109"/>
                  </a:cxn>
                  <a:cxn ang="0">
                    <a:pos x="38" y="66"/>
                  </a:cxn>
                  <a:cxn ang="0">
                    <a:pos x="81" y="69"/>
                  </a:cxn>
                </a:cxnLst>
                <a:rect l="0" t="0" r="r" b="b"/>
                <a:pathLst>
                  <a:path w="259" h="238">
                    <a:moveTo>
                      <a:pt x="81" y="69"/>
                    </a:moveTo>
                    <a:cubicBezTo>
                      <a:pt x="81" y="69"/>
                      <a:pt x="124" y="106"/>
                      <a:pt x="153" y="115"/>
                    </a:cubicBezTo>
                    <a:cubicBezTo>
                      <a:pt x="181" y="123"/>
                      <a:pt x="170" y="106"/>
                      <a:pt x="170" y="78"/>
                    </a:cubicBezTo>
                    <a:cubicBezTo>
                      <a:pt x="170" y="49"/>
                      <a:pt x="164" y="0"/>
                      <a:pt x="184" y="32"/>
                    </a:cubicBezTo>
                    <a:cubicBezTo>
                      <a:pt x="205" y="63"/>
                      <a:pt x="202" y="100"/>
                      <a:pt x="222" y="100"/>
                    </a:cubicBezTo>
                    <a:cubicBezTo>
                      <a:pt x="242" y="100"/>
                      <a:pt x="230" y="75"/>
                      <a:pt x="242" y="100"/>
                    </a:cubicBezTo>
                    <a:cubicBezTo>
                      <a:pt x="253" y="126"/>
                      <a:pt x="259" y="158"/>
                      <a:pt x="236" y="164"/>
                    </a:cubicBezTo>
                    <a:cubicBezTo>
                      <a:pt x="213" y="169"/>
                      <a:pt x="179" y="169"/>
                      <a:pt x="161" y="190"/>
                    </a:cubicBezTo>
                    <a:cubicBezTo>
                      <a:pt x="144" y="210"/>
                      <a:pt x="75" y="238"/>
                      <a:pt x="72" y="215"/>
                    </a:cubicBezTo>
                    <a:cubicBezTo>
                      <a:pt x="69" y="192"/>
                      <a:pt x="81" y="155"/>
                      <a:pt x="66" y="161"/>
                    </a:cubicBezTo>
                    <a:cubicBezTo>
                      <a:pt x="52" y="167"/>
                      <a:pt x="17" y="190"/>
                      <a:pt x="9" y="164"/>
                    </a:cubicBezTo>
                    <a:cubicBezTo>
                      <a:pt x="0" y="138"/>
                      <a:pt x="12" y="118"/>
                      <a:pt x="23" y="109"/>
                    </a:cubicBezTo>
                    <a:cubicBezTo>
                      <a:pt x="35" y="100"/>
                      <a:pt x="38" y="66"/>
                      <a:pt x="38" y="66"/>
                    </a:cubicBezTo>
                    <a:cubicBezTo>
                      <a:pt x="38" y="66"/>
                      <a:pt x="52" y="40"/>
                      <a:pt x="81" y="69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88" name="Freeform 18">
                <a:extLst>
                  <a:ext uri="{FF2B5EF4-FFF2-40B4-BE49-F238E27FC236}">
                    <a16:creationId xmlns:a16="http://schemas.microsoft.com/office/drawing/2014/main" id="{D0A61901-2522-8A4E-941F-CFF414761B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0" y="1392"/>
                <a:ext cx="726" cy="854"/>
              </a:xfrm>
              <a:custGeom>
                <a:avLst/>
                <a:gdLst/>
                <a:ahLst/>
                <a:cxnLst>
                  <a:cxn ang="0">
                    <a:pos x="32" y="31"/>
                  </a:cxn>
                  <a:cxn ang="0">
                    <a:pos x="20" y="189"/>
                  </a:cxn>
                  <a:cxn ang="0">
                    <a:pos x="63" y="258"/>
                  </a:cxn>
                  <a:cxn ang="0">
                    <a:pos x="144" y="275"/>
                  </a:cxn>
                  <a:cxn ang="0">
                    <a:pos x="210" y="270"/>
                  </a:cxn>
                  <a:cxn ang="0">
                    <a:pos x="236" y="258"/>
                  </a:cxn>
                  <a:cxn ang="0">
                    <a:pos x="357" y="376"/>
                  </a:cxn>
                  <a:cxn ang="0">
                    <a:pos x="380" y="439"/>
                  </a:cxn>
                  <a:cxn ang="0">
                    <a:pos x="349" y="505"/>
                  </a:cxn>
                  <a:cxn ang="0">
                    <a:pos x="343" y="554"/>
                  </a:cxn>
                  <a:cxn ang="0">
                    <a:pos x="277" y="580"/>
                  </a:cxn>
                  <a:cxn ang="0">
                    <a:pos x="349" y="597"/>
                  </a:cxn>
                  <a:cxn ang="0">
                    <a:pos x="418" y="657"/>
                  </a:cxn>
                  <a:cxn ang="0">
                    <a:pos x="524" y="723"/>
                  </a:cxn>
                  <a:cxn ang="0">
                    <a:pos x="481" y="640"/>
                  </a:cxn>
                  <a:cxn ang="0">
                    <a:pos x="547" y="675"/>
                  </a:cxn>
                  <a:cxn ang="0">
                    <a:pos x="556" y="623"/>
                  </a:cxn>
                  <a:cxn ang="0">
                    <a:pos x="490" y="531"/>
                  </a:cxn>
                  <a:cxn ang="0">
                    <a:pos x="527" y="499"/>
                  </a:cxn>
                  <a:cxn ang="0">
                    <a:pos x="570" y="560"/>
                  </a:cxn>
                  <a:cxn ang="0">
                    <a:pos x="596" y="517"/>
                  </a:cxn>
                  <a:cxn ang="0">
                    <a:pos x="613" y="471"/>
                  </a:cxn>
                  <a:cxn ang="0">
                    <a:pos x="559" y="430"/>
                  </a:cxn>
                  <a:cxn ang="0">
                    <a:pos x="504" y="382"/>
                  </a:cxn>
                  <a:cxn ang="0">
                    <a:pos x="481" y="318"/>
                  </a:cxn>
                  <a:cxn ang="0">
                    <a:pos x="472" y="258"/>
                  </a:cxn>
                  <a:cxn ang="0">
                    <a:pos x="418" y="229"/>
                  </a:cxn>
                  <a:cxn ang="0">
                    <a:pos x="403" y="186"/>
                  </a:cxn>
                  <a:cxn ang="0">
                    <a:pos x="351" y="161"/>
                  </a:cxn>
                  <a:cxn ang="0">
                    <a:pos x="300" y="100"/>
                  </a:cxn>
                  <a:cxn ang="0">
                    <a:pos x="300" y="54"/>
                  </a:cxn>
                  <a:cxn ang="0">
                    <a:pos x="222" y="11"/>
                  </a:cxn>
                  <a:cxn ang="0">
                    <a:pos x="138" y="20"/>
                  </a:cxn>
                  <a:cxn ang="0">
                    <a:pos x="86" y="117"/>
                  </a:cxn>
                  <a:cxn ang="0">
                    <a:pos x="95" y="17"/>
                  </a:cxn>
                  <a:cxn ang="0">
                    <a:pos x="32" y="31"/>
                  </a:cxn>
                </a:cxnLst>
                <a:rect l="0" t="0" r="r" b="b"/>
                <a:pathLst>
                  <a:path w="631" h="744">
                    <a:moveTo>
                      <a:pt x="32" y="31"/>
                    </a:moveTo>
                    <a:cubicBezTo>
                      <a:pt x="30" y="40"/>
                      <a:pt x="0" y="166"/>
                      <a:pt x="20" y="189"/>
                    </a:cubicBezTo>
                    <a:cubicBezTo>
                      <a:pt x="40" y="212"/>
                      <a:pt x="35" y="258"/>
                      <a:pt x="63" y="258"/>
                    </a:cubicBezTo>
                    <a:cubicBezTo>
                      <a:pt x="92" y="258"/>
                      <a:pt x="121" y="270"/>
                      <a:pt x="144" y="275"/>
                    </a:cubicBezTo>
                    <a:cubicBezTo>
                      <a:pt x="167" y="281"/>
                      <a:pt x="202" y="278"/>
                      <a:pt x="210" y="270"/>
                    </a:cubicBezTo>
                    <a:cubicBezTo>
                      <a:pt x="219" y="261"/>
                      <a:pt x="187" y="227"/>
                      <a:pt x="236" y="258"/>
                    </a:cubicBezTo>
                    <a:cubicBezTo>
                      <a:pt x="285" y="290"/>
                      <a:pt x="346" y="353"/>
                      <a:pt x="357" y="376"/>
                    </a:cubicBezTo>
                    <a:cubicBezTo>
                      <a:pt x="369" y="399"/>
                      <a:pt x="392" y="405"/>
                      <a:pt x="380" y="439"/>
                    </a:cubicBezTo>
                    <a:cubicBezTo>
                      <a:pt x="369" y="474"/>
                      <a:pt x="340" y="479"/>
                      <a:pt x="349" y="505"/>
                    </a:cubicBezTo>
                    <a:cubicBezTo>
                      <a:pt x="357" y="531"/>
                      <a:pt x="369" y="548"/>
                      <a:pt x="343" y="554"/>
                    </a:cubicBezTo>
                    <a:cubicBezTo>
                      <a:pt x="317" y="560"/>
                      <a:pt x="256" y="542"/>
                      <a:pt x="277" y="580"/>
                    </a:cubicBezTo>
                    <a:cubicBezTo>
                      <a:pt x="297" y="617"/>
                      <a:pt x="328" y="588"/>
                      <a:pt x="349" y="597"/>
                    </a:cubicBezTo>
                    <a:cubicBezTo>
                      <a:pt x="369" y="606"/>
                      <a:pt x="395" y="637"/>
                      <a:pt x="418" y="657"/>
                    </a:cubicBezTo>
                    <a:cubicBezTo>
                      <a:pt x="441" y="677"/>
                      <a:pt x="524" y="744"/>
                      <a:pt x="524" y="723"/>
                    </a:cubicBezTo>
                    <a:cubicBezTo>
                      <a:pt x="524" y="703"/>
                      <a:pt x="441" y="634"/>
                      <a:pt x="481" y="640"/>
                    </a:cubicBezTo>
                    <a:cubicBezTo>
                      <a:pt x="521" y="646"/>
                      <a:pt x="524" y="680"/>
                      <a:pt x="547" y="675"/>
                    </a:cubicBezTo>
                    <a:cubicBezTo>
                      <a:pt x="570" y="669"/>
                      <a:pt x="562" y="632"/>
                      <a:pt x="556" y="623"/>
                    </a:cubicBezTo>
                    <a:cubicBezTo>
                      <a:pt x="550" y="614"/>
                      <a:pt x="487" y="557"/>
                      <a:pt x="490" y="531"/>
                    </a:cubicBezTo>
                    <a:cubicBezTo>
                      <a:pt x="492" y="505"/>
                      <a:pt x="513" y="471"/>
                      <a:pt x="527" y="499"/>
                    </a:cubicBezTo>
                    <a:cubicBezTo>
                      <a:pt x="541" y="528"/>
                      <a:pt x="556" y="565"/>
                      <a:pt x="570" y="560"/>
                    </a:cubicBezTo>
                    <a:cubicBezTo>
                      <a:pt x="585" y="554"/>
                      <a:pt x="593" y="531"/>
                      <a:pt x="596" y="517"/>
                    </a:cubicBezTo>
                    <a:cubicBezTo>
                      <a:pt x="599" y="502"/>
                      <a:pt x="631" y="491"/>
                      <a:pt x="613" y="471"/>
                    </a:cubicBezTo>
                    <a:cubicBezTo>
                      <a:pt x="596" y="451"/>
                      <a:pt x="579" y="448"/>
                      <a:pt x="559" y="430"/>
                    </a:cubicBezTo>
                    <a:cubicBezTo>
                      <a:pt x="539" y="413"/>
                      <a:pt x="510" y="405"/>
                      <a:pt x="504" y="382"/>
                    </a:cubicBezTo>
                    <a:cubicBezTo>
                      <a:pt x="498" y="359"/>
                      <a:pt x="472" y="353"/>
                      <a:pt x="481" y="318"/>
                    </a:cubicBezTo>
                    <a:cubicBezTo>
                      <a:pt x="490" y="284"/>
                      <a:pt x="498" y="264"/>
                      <a:pt x="472" y="258"/>
                    </a:cubicBezTo>
                    <a:cubicBezTo>
                      <a:pt x="446" y="252"/>
                      <a:pt x="423" y="244"/>
                      <a:pt x="418" y="229"/>
                    </a:cubicBezTo>
                    <a:cubicBezTo>
                      <a:pt x="412" y="215"/>
                      <a:pt x="403" y="186"/>
                      <a:pt x="403" y="186"/>
                    </a:cubicBezTo>
                    <a:cubicBezTo>
                      <a:pt x="403" y="186"/>
                      <a:pt x="354" y="169"/>
                      <a:pt x="351" y="161"/>
                    </a:cubicBezTo>
                    <a:cubicBezTo>
                      <a:pt x="349" y="152"/>
                      <a:pt x="302" y="112"/>
                      <a:pt x="300" y="100"/>
                    </a:cubicBezTo>
                    <a:cubicBezTo>
                      <a:pt x="297" y="89"/>
                      <a:pt x="302" y="63"/>
                      <a:pt x="300" y="54"/>
                    </a:cubicBezTo>
                    <a:cubicBezTo>
                      <a:pt x="297" y="46"/>
                      <a:pt x="251" y="17"/>
                      <a:pt x="222" y="11"/>
                    </a:cubicBezTo>
                    <a:cubicBezTo>
                      <a:pt x="193" y="5"/>
                      <a:pt x="144" y="0"/>
                      <a:pt x="138" y="20"/>
                    </a:cubicBezTo>
                    <a:cubicBezTo>
                      <a:pt x="133" y="40"/>
                      <a:pt x="89" y="143"/>
                      <a:pt x="86" y="117"/>
                    </a:cubicBezTo>
                    <a:cubicBezTo>
                      <a:pt x="84" y="92"/>
                      <a:pt x="112" y="20"/>
                      <a:pt x="95" y="17"/>
                    </a:cubicBezTo>
                    <a:cubicBezTo>
                      <a:pt x="78" y="14"/>
                      <a:pt x="38" y="8"/>
                      <a:pt x="32" y="31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89" name="Freeform 19">
                <a:extLst>
                  <a:ext uri="{FF2B5EF4-FFF2-40B4-BE49-F238E27FC236}">
                    <a16:creationId xmlns:a16="http://schemas.microsoft.com/office/drawing/2014/main" id="{A21A6C36-907E-E34D-9871-F3F59565E0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9" y="1105"/>
                <a:ext cx="109" cy="185"/>
              </a:xfrm>
              <a:custGeom>
                <a:avLst/>
                <a:gdLst/>
                <a:ahLst/>
                <a:cxnLst>
                  <a:cxn ang="0">
                    <a:pos x="38" y="43"/>
                  </a:cxn>
                  <a:cxn ang="0">
                    <a:pos x="58" y="3"/>
                  </a:cxn>
                  <a:cxn ang="0">
                    <a:pos x="89" y="34"/>
                  </a:cxn>
                  <a:cxn ang="0">
                    <a:pos x="86" y="120"/>
                  </a:cxn>
                  <a:cxn ang="0">
                    <a:pos x="40" y="141"/>
                  </a:cxn>
                  <a:cxn ang="0">
                    <a:pos x="12" y="95"/>
                  </a:cxn>
                  <a:cxn ang="0">
                    <a:pos x="38" y="43"/>
                  </a:cxn>
                </a:cxnLst>
                <a:rect l="0" t="0" r="r" b="b"/>
                <a:pathLst>
                  <a:path w="95" h="161">
                    <a:moveTo>
                      <a:pt x="38" y="43"/>
                    </a:moveTo>
                    <a:cubicBezTo>
                      <a:pt x="66" y="51"/>
                      <a:pt x="35" y="0"/>
                      <a:pt x="58" y="3"/>
                    </a:cubicBezTo>
                    <a:cubicBezTo>
                      <a:pt x="81" y="6"/>
                      <a:pt x="84" y="11"/>
                      <a:pt x="89" y="34"/>
                    </a:cubicBezTo>
                    <a:cubicBezTo>
                      <a:pt x="95" y="57"/>
                      <a:pt x="84" y="103"/>
                      <a:pt x="86" y="120"/>
                    </a:cubicBezTo>
                    <a:cubicBezTo>
                      <a:pt x="89" y="138"/>
                      <a:pt x="40" y="161"/>
                      <a:pt x="40" y="141"/>
                    </a:cubicBezTo>
                    <a:cubicBezTo>
                      <a:pt x="40" y="120"/>
                      <a:pt x="23" y="103"/>
                      <a:pt x="12" y="95"/>
                    </a:cubicBezTo>
                    <a:cubicBezTo>
                      <a:pt x="0" y="86"/>
                      <a:pt x="6" y="34"/>
                      <a:pt x="38" y="43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90" name="Freeform 20">
                <a:extLst>
                  <a:ext uri="{FF2B5EF4-FFF2-40B4-BE49-F238E27FC236}">
                    <a16:creationId xmlns:a16="http://schemas.microsoft.com/office/drawing/2014/main" id="{52FACA6C-C085-BB43-B360-F36BE26E69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9" y="1216"/>
                <a:ext cx="68" cy="106"/>
              </a:xfrm>
              <a:custGeom>
                <a:avLst/>
                <a:gdLst/>
                <a:ahLst/>
                <a:cxnLst>
                  <a:cxn ang="0">
                    <a:pos x="20" y="9"/>
                  </a:cxn>
                  <a:cxn ang="0">
                    <a:pos x="11" y="52"/>
                  </a:cxn>
                  <a:cxn ang="0">
                    <a:pos x="49" y="78"/>
                  </a:cxn>
                  <a:cxn ang="0">
                    <a:pos x="20" y="9"/>
                  </a:cxn>
                </a:cxnLst>
                <a:rect l="0" t="0" r="r" b="b"/>
                <a:pathLst>
                  <a:path w="60" h="92">
                    <a:moveTo>
                      <a:pt x="20" y="9"/>
                    </a:moveTo>
                    <a:cubicBezTo>
                      <a:pt x="8" y="12"/>
                      <a:pt x="0" y="41"/>
                      <a:pt x="11" y="52"/>
                    </a:cubicBezTo>
                    <a:cubicBezTo>
                      <a:pt x="23" y="64"/>
                      <a:pt x="40" y="92"/>
                      <a:pt x="49" y="78"/>
                    </a:cubicBezTo>
                    <a:cubicBezTo>
                      <a:pt x="57" y="64"/>
                      <a:pt x="60" y="0"/>
                      <a:pt x="20" y="9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91" name="Freeform 21">
                <a:extLst>
                  <a:ext uri="{FF2B5EF4-FFF2-40B4-BE49-F238E27FC236}">
                    <a16:creationId xmlns:a16="http://schemas.microsoft.com/office/drawing/2014/main" id="{0CD5752B-6F5E-0F4F-BAEF-FCAA7C3E4C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5" y="116"/>
                <a:ext cx="884" cy="1206"/>
              </a:xfrm>
              <a:custGeom>
                <a:avLst/>
                <a:gdLst/>
                <a:ahLst/>
                <a:cxnLst>
                  <a:cxn ang="0">
                    <a:pos x="63" y="893"/>
                  </a:cxn>
                  <a:cxn ang="0">
                    <a:pos x="112" y="1034"/>
                  </a:cxn>
                  <a:cxn ang="0">
                    <a:pos x="179" y="1043"/>
                  </a:cxn>
                  <a:cxn ang="0">
                    <a:pos x="311" y="1046"/>
                  </a:cxn>
                  <a:cxn ang="0">
                    <a:pos x="357" y="977"/>
                  </a:cxn>
                  <a:cxn ang="0">
                    <a:pos x="219" y="962"/>
                  </a:cxn>
                  <a:cxn ang="0">
                    <a:pos x="136" y="925"/>
                  </a:cxn>
                  <a:cxn ang="0">
                    <a:pos x="130" y="882"/>
                  </a:cxn>
                  <a:cxn ang="0">
                    <a:pos x="277" y="876"/>
                  </a:cxn>
                  <a:cxn ang="0">
                    <a:pos x="383" y="876"/>
                  </a:cxn>
                  <a:cxn ang="0">
                    <a:pos x="346" y="816"/>
                  </a:cxn>
                  <a:cxn ang="0">
                    <a:pos x="400" y="738"/>
                  </a:cxn>
                  <a:cxn ang="0">
                    <a:pos x="452" y="658"/>
                  </a:cxn>
                  <a:cxn ang="0">
                    <a:pos x="432" y="606"/>
                  </a:cxn>
                  <a:cxn ang="0">
                    <a:pos x="467" y="537"/>
                  </a:cxn>
                  <a:cxn ang="0">
                    <a:pos x="521" y="517"/>
                  </a:cxn>
                  <a:cxn ang="0">
                    <a:pos x="530" y="474"/>
                  </a:cxn>
                  <a:cxn ang="0">
                    <a:pos x="573" y="422"/>
                  </a:cxn>
                  <a:cxn ang="0">
                    <a:pos x="691" y="267"/>
                  </a:cxn>
                  <a:cxn ang="0">
                    <a:pos x="683" y="233"/>
                  </a:cxn>
                  <a:cxn ang="0">
                    <a:pos x="769" y="106"/>
                  </a:cxn>
                  <a:cxn ang="0">
                    <a:pos x="688" y="35"/>
                  </a:cxn>
                  <a:cxn ang="0">
                    <a:pos x="634" y="17"/>
                  </a:cxn>
                  <a:cxn ang="0">
                    <a:pos x="516" y="3"/>
                  </a:cxn>
                  <a:cxn ang="0">
                    <a:pos x="458" y="3"/>
                  </a:cxn>
                  <a:cxn ang="0">
                    <a:pos x="435" y="58"/>
                  </a:cxn>
                  <a:cxn ang="0">
                    <a:pos x="372" y="37"/>
                  </a:cxn>
                  <a:cxn ang="0">
                    <a:pos x="337" y="89"/>
                  </a:cxn>
                  <a:cxn ang="0">
                    <a:pos x="303" y="129"/>
                  </a:cxn>
                  <a:cxn ang="0">
                    <a:pos x="285" y="158"/>
                  </a:cxn>
                  <a:cxn ang="0">
                    <a:pos x="216" y="158"/>
                  </a:cxn>
                  <a:cxn ang="0">
                    <a:pos x="187" y="193"/>
                  </a:cxn>
                  <a:cxn ang="0">
                    <a:pos x="110" y="233"/>
                  </a:cxn>
                  <a:cxn ang="0">
                    <a:pos x="150" y="287"/>
                  </a:cxn>
                  <a:cxn ang="0">
                    <a:pos x="196" y="325"/>
                  </a:cxn>
                  <a:cxn ang="0">
                    <a:pos x="228" y="336"/>
                  </a:cxn>
                  <a:cxn ang="0">
                    <a:pos x="228" y="382"/>
                  </a:cxn>
                  <a:cxn ang="0">
                    <a:pos x="317" y="391"/>
                  </a:cxn>
                  <a:cxn ang="0">
                    <a:pos x="403" y="262"/>
                  </a:cxn>
                  <a:cxn ang="0">
                    <a:pos x="412" y="351"/>
                  </a:cxn>
                  <a:cxn ang="0">
                    <a:pos x="349" y="420"/>
                  </a:cxn>
                  <a:cxn ang="0">
                    <a:pos x="337" y="523"/>
                  </a:cxn>
                  <a:cxn ang="0">
                    <a:pos x="225" y="457"/>
                  </a:cxn>
                  <a:cxn ang="0">
                    <a:pos x="190" y="474"/>
                  </a:cxn>
                  <a:cxn ang="0">
                    <a:pos x="118" y="388"/>
                  </a:cxn>
                  <a:cxn ang="0">
                    <a:pos x="61" y="302"/>
                  </a:cxn>
                  <a:cxn ang="0">
                    <a:pos x="55" y="394"/>
                  </a:cxn>
                  <a:cxn ang="0">
                    <a:pos x="69" y="486"/>
                  </a:cxn>
                  <a:cxn ang="0">
                    <a:pos x="112" y="569"/>
                  </a:cxn>
                  <a:cxn ang="0">
                    <a:pos x="101" y="652"/>
                  </a:cxn>
                  <a:cxn ang="0">
                    <a:pos x="187" y="678"/>
                  </a:cxn>
                  <a:cxn ang="0">
                    <a:pos x="228" y="741"/>
                  </a:cxn>
                  <a:cxn ang="0">
                    <a:pos x="196" y="799"/>
                  </a:cxn>
                  <a:cxn ang="0">
                    <a:pos x="92" y="847"/>
                  </a:cxn>
                  <a:cxn ang="0">
                    <a:pos x="17" y="856"/>
                  </a:cxn>
                </a:cxnLst>
                <a:rect l="0" t="0" r="r" b="b"/>
                <a:pathLst>
                  <a:path w="769" h="1051">
                    <a:moveTo>
                      <a:pt x="17" y="856"/>
                    </a:moveTo>
                    <a:cubicBezTo>
                      <a:pt x="17" y="856"/>
                      <a:pt x="38" y="882"/>
                      <a:pt x="63" y="893"/>
                    </a:cubicBezTo>
                    <a:cubicBezTo>
                      <a:pt x="89" y="905"/>
                      <a:pt x="98" y="942"/>
                      <a:pt x="98" y="962"/>
                    </a:cubicBezTo>
                    <a:cubicBezTo>
                      <a:pt x="98" y="982"/>
                      <a:pt x="95" y="1026"/>
                      <a:pt x="112" y="1034"/>
                    </a:cubicBezTo>
                    <a:cubicBezTo>
                      <a:pt x="130" y="1043"/>
                      <a:pt x="141" y="1046"/>
                      <a:pt x="150" y="1043"/>
                    </a:cubicBezTo>
                    <a:cubicBezTo>
                      <a:pt x="158" y="1040"/>
                      <a:pt x="150" y="1034"/>
                      <a:pt x="179" y="1043"/>
                    </a:cubicBezTo>
                    <a:cubicBezTo>
                      <a:pt x="207" y="1051"/>
                      <a:pt x="248" y="1043"/>
                      <a:pt x="268" y="1043"/>
                    </a:cubicBezTo>
                    <a:cubicBezTo>
                      <a:pt x="288" y="1043"/>
                      <a:pt x="291" y="1046"/>
                      <a:pt x="311" y="1046"/>
                    </a:cubicBezTo>
                    <a:cubicBezTo>
                      <a:pt x="331" y="1046"/>
                      <a:pt x="354" y="1043"/>
                      <a:pt x="357" y="1028"/>
                    </a:cubicBezTo>
                    <a:cubicBezTo>
                      <a:pt x="360" y="1014"/>
                      <a:pt x="354" y="988"/>
                      <a:pt x="357" y="977"/>
                    </a:cubicBezTo>
                    <a:cubicBezTo>
                      <a:pt x="360" y="965"/>
                      <a:pt x="334" y="945"/>
                      <a:pt x="308" y="942"/>
                    </a:cubicBezTo>
                    <a:cubicBezTo>
                      <a:pt x="282" y="939"/>
                      <a:pt x="245" y="959"/>
                      <a:pt x="219" y="962"/>
                    </a:cubicBezTo>
                    <a:cubicBezTo>
                      <a:pt x="193" y="965"/>
                      <a:pt x="158" y="965"/>
                      <a:pt x="150" y="957"/>
                    </a:cubicBezTo>
                    <a:cubicBezTo>
                      <a:pt x="141" y="948"/>
                      <a:pt x="130" y="942"/>
                      <a:pt x="136" y="925"/>
                    </a:cubicBezTo>
                    <a:cubicBezTo>
                      <a:pt x="141" y="908"/>
                      <a:pt x="147" y="905"/>
                      <a:pt x="138" y="893"/>
                    </a:cubicBezTo>
                    <a:cubicBezTo>
                      <a:pt x="130" y="882"/>
                      <a:pt x="112" y="893"/>
                      <a:pt x="130" y="882"/>
                    </a:cubicBezTo>
                    <a:cubicBezTo>
                      <a:pt x="147" y="870"/>
                      <a:pt x="158" y="879"/>
                      <a:pt x="199" y="885"/>
                    </a:cubicBezTo>
                    <a:cubicBezTo>
                      <a:pt x="239" y="890"/>
                      <a:pt x="256" y="879"/>
                      <a:pt x="277" y="876"/>
                    </a:cubicBezTo>
                    <a:cubicBezTo>
                      <a:pt x="297" y="873"/>
                      <a:pt x="300" y="853"/>
                      <a:pt x="323" y="870"/>
                    </a:cubicBezTo>
                    <a:cubicBezTo>
                      <a:pt x="346" y="888"/>
                      <a:pt x="366" y="888"/>
                      <a:pt x="383" y="876"/>
                    </a:cubicBezTo>
                    <a:cubicBezTo>
                      <a:pt x="400" y="865"/>
                      <a:pt x="400" y="856"/>
                      <a:pt x="395" y="845"/>
                    </a:cubicBezTo>
                    <a:cubicBezTo>
                      <a:pt x="389" y="833"/>
                      <a:pt x="334" y="836"/>
                      <a:pt x="346" y="816"/>
                    </a:cubicBezTo>
                    <a:cubicBezTo>
                      <a:pt x="357" y="796"/>
                      <a:pt x="377" y="793"/>
                      <a:pt x="389" y="784"/>
                    </a:cubicBezTo>
                    <a:cubicBezTo>
                      <a:pt x="400" y="776"/>
                      <a:pt x="392" y="744"/>
                      <a:pt x="400" y="738"/>
                    </a:cubicBezTo>
                    <a:cubicBezTo>
                      <a:pt x="409" y="733"/>
                      <a:pt x="446" y="707"/>
                      <a:pt x="446" y="707"/>
                    </a:cubicBezTo>
                    <a:cubicBezTo>
                      <a:pt x="452" y="658"/>
                      <a:pt x="452" y="658"/>
                      <a:pt x="452" y="658"/>
                    </a:cubicBezTo>
                    <a:cubicBezTo>
                      <a:pt x="470" y="638"/>
                      <a:pt x="470" y="638"/>
                      <a:pt x="470" y="638"/>
                    </a:cubicBezTo>
                    <a:cubicBezTo>
                      <a:pt x="432" y="606"/>
                      <a:pt x="432" y="606"/>
                      <a:pt x="432" y="606"/>
                    </a:cubicBezTo>
                    <a:cubicBezTo>
                      <a:pt x="432" y="606"/>
                      <a:pt x="409" y="566"/>
                      <a:pt x="426" y="557"/>
                    </a:cubicBezTo>
                    <a:cubicBezTo>
                      <a:pt x="444" y="549"/>
                      <a:pt x="455" y="534"/>
                      <a:pt x="467" y="537"/>
                    </a:cubicBezTo>
                    <a:cubicBezTo>
                      <a:pt x="478" y="540"/>
                      <a:pt x="487" y="514"/>
                      <a:pt x="487" y="514"/>
                    </a:cubicBezTo>
                    <a:cubicBezTo>
                      <a:pt x="487" y="514"/>
                      <a:pt x="516" y="503"/>
                      <a:pt x="521" y="517"/>
                    </a:cubicBezTo>
                    <a:cubicBezTo>
                      <a:pt x="527" y="532"/>
                      <a:pt x="544" y="514"/>
                      <a:pt x="544" y="514"/>
                    </a:cubicBezTo>
                    <a:cubicBezTo>
                      <a:pt x="530" y="474"/>
                      <a:pt x="530" y="474"/>
                      <a:pt x="530" y="474"/>
                    </a:cubicBezTo>
                    <a:cubicBezTo>
                      <a:pt x="564" y="440"/>
                      <a:pt x="564" y="440"/>
                      <a:pt x="564" y="440"/>
                    </a:cubicBezTo>
                    <a:cubicBezTo>
                      <a:pt x="573" y="422"/>
                      <a:pt x="573" y="422"/>
                      <a:pt x="573" y="422"/>
                    </a:cubicBezTo>
                    <a:cubicBezTo>
                      <a:pt x="573" y="422"/>
                      <a:pt x="605" y="379"/>
                      <a:pt x="622" y="362"/>
                    </a:cubicBezTo>
                    <a:cubicBezTo>
                      <a:pt x="639" y="345"/>
                      <a:pt x="717" y="262"/>
                      <a:pt x="691" y="267"/>
                    </a:cubicBezTo>
                    <a:cubicBezTo>
                      <a:pt x="665" y="273"/>
                      <a:pt x="573" y="333"/>
                      <a:pt x="590" y="310"/>
                    </a:cubicBezTo>
                    <a:cubicBezTo>
                      <a:pt x="608" y="287"/>
                      <a:pt x="677" y="241"/>
                      <a:pt x="683" y="233"/>
                    </a:cubicBezTo>
                    <a:cubicBezTo>
                      <a:pt x="688" y="224"/>
                      <a:pt x="729" y="193"/>
                      <a:pt x="737" y="184"/>
                    </a:cubicBezTo>
                    <a:cubicBezTo>
                      <a:pt x="746" y="175"/>
                      <a:pt x="769" y="106"/>
                      <a:pt x="769" y="106"/>
                    </a:cubicBezTo>
                    <a:cubicBezTo>
                      <a:pt x="769" y="106"/>
                      <a:pt x="737" y="104"/>
                      <a:pt x="731" y="81"/>
                    </a:cubicBezTo>
                    <a:cubicBezTo>
                      <a:pt x="726" y="58"/>
                      <a:pt x="706" y="29"/>
                      <a:pt x="688" y="35"/>
                    </a:cubicBezTo>
                    <a:cubicBezTo>
                      <a:pt x="671" y="40"/>
                      <a:pt x="616" y="72"/>
                      <a:pt x="616" y="72"/>
                    </a:cubicBezTo>
                    <a:cubicBezTo>
                      <a:pt x="616" y="72"/>
                      <a:pt x="651" y="29"/>
                      <a:pt x="634" y="17"/>
                    </a:cubicBezTo>
                    <a:cubicBezTo>
                      <a:pt x="616" y="6"/>
                      <a:pt x="576" y="9"/>
                      <a:pt x="564" y="6"/>
                    </a:cubicBezTo>
                    <a:cubicBezTo>
                      <a:pt x="553" y="3"/>
                      <a:pt x="527" y="0"/>
                      <a:pt x="516" y="3"/>
                    </a:cubicBezTo>
                    <a:cubicBezTo>
                      <a:pt x="504" y="6"/>
                      <a:pt x="518" y="63"/>
                      <a:pt x="518" y="63"/>
                    </a:cubicBezTo>
                    <a:cubicBezTo>
                      <a:pt x="458" y="3"/>
                      <a:pt x="458" y="3"/>
                      <a:pt x="458" y="3"/>
                    </a:cubicBezTo>
                    <a:cubicBezTo>
                      <a:pt x="415" y="12"/>
                      <a:pt x="415" y="12"/>
                      <a:pt x="415" y="12"/>
                    </a:cubicBezTo>
                    <a:cubicBezTo>
                      <a:pt x="415" y="12"/>
                      <a:pt x="426" y="37"/>
                      <a:pt x="435" y="58"/>
                    </a:cubicBezTo>
                    <a:cubicBezTo>
                      <a:pt x="444" y="78"/>
                      <a:pt x="418" y="81"/>
                      <a:pt x="409" y="66"/>
                    </a:cubicBezTo>
                    <a:cubicBezTo>
                      <a:pt x="400" y="52"/>
                      <a:pt x="383" y="35"/>
                      <a:pt x="372" y="37"/>
                    </a:cubicBezTo>
                    <a:cubicBezTo>
                      <a:pt x="360" y="40"/>
                      <a:pt x="337" y="55"/>
                      <a:pt x="337" y="63"/>
                    </a:cubicBezTo>
                    <a:cubicBezTo>
                      <a:pt x="337" y="72"/>
                      <a:pt x="351" y="92"/>
                      <a:pt x="337" y="89"/>
                    </a:cubicBezTo>
                    <a:cubicBezTo>
                      <a:pt x="323" y="86"/>
                      <a:pt x="297" y="81"/>
                      <a:pt x="297" y="89"/>
                    </a:cubicBezTo>
                    <a:cubicBezTo>
                      <a:pt x="297" y="98"/>
                      <a:pt x="288" y="124"/>
                      <a:pt x="303" y="129"/>
                    </a:cubicBezTo>
                    <a:cubicBezTo>
                      <a:pt x="317" y="135"/>
                      <a:pt x="337" y="193"/>
                      <a:pt x="325" y="190"/>
                    </a:cubicBezTo>
                    <a:cubicBezTo>
                      <a:pt x="314" y="187"/>
                      <a:pt x="300" y="170"/>
                      <a:pt x="285" y="158"/>
                    </a:cubicBezTo>
                    <a:cubicBezTo>
                      <a:pt x="271" y="147"/>
                      <a:pt x="228" y="121"/>
                      <a:pt x="228" y="121"/>
                    </a:cubicBezTo>
                    <a:cubicBezTo>
                      <a:pt x="216" y="158"/>
                      <a:pt x="216" y="158"/>
                      <a:pt x="216" y="158"/>
                    </a:cubicBezTo>
                    <a:cubicBezTo>
                      <a:pt x="216" y="158"/>
                      <a:pt x="259" y="181"/>
                      <a:pt x="242" y="193"/>
                    </a:cubicBezTo>
                    <a:cubicBezTo>
                      <a:pt x="225" y="204"/>
                      <a:pt x="205" y="195"/>
                      <a:pt x="187" y="193"/>
                    </a:cubicBezTo>
                    <a:cubicBezTo>
                      <a:pt x="170" y="190"/>
                      <a:pt x="144" y="204"/>
                      <a:pt x="136" y="213"/>
                    </a:cubicBezTo>
                    <a:cubicBezTo>
                      <a:pt x="127" y="221"/>
                      <a:pt x="84" y="224"/>
                      <a:pt x="110" y="233"/>
                    </a:cubicBezTo>
                    <a:cubicBezTo>
                      <a:pt x="136" y="241"/>
                      <a:pt x="158" y="239"/>
                      <a:pt x="156" y="256"/>
                    </a:cubicBezTo>
                    <a:cubicBezTo>
                      <a:pt x="153" y="273"/>
                      <a:pt x="136" y="284"/>
                      <a:pt x="150" y="287"/>
                    </a:cubicBezTo>
                    <a:cubicBezTo>
                      <a:pt x="164" y="290"/>
                      <a:pt x="164" y="310"/>
                      <a:pt x="164" y="310"/>
                    </a:cubicBezTo>
                    <a:cubicBezTo>
                      <a:pt x="164" y="310"/>
                      <a:pt x="179" y="330"/>
                      <a:pt x="196" y="325"/>
                    </a:cubicBezTo>
                    <a:cubicBezTo>
                      <a:pt x="213" y="319"/>
                      <a:pt x="254" y="290"/>
                      <a:pt x="259" y="302"/>
                    </a:cubicBezTo>
                    <a:cubicBezTo>
                      <a:pt x="265" y="313"/>
                      <a:pt x="202" y="333"/>
                      <a:pt x="228" y="336"/>
                    </a:cubicBezTo>
                    <a:cubicBezTo>
                      <a:pt x="254" y="339"/>
                      <a:pt x="274" y="333"/>
                      <a:pt x="268" y="348"/>
                    </a:cubicBezTo>
                    <a:cubicBezTo>
                      <a:pt x="262" y="362"/>
                      <a:pt x="213" y="371"/>
                      <a:pt x="228" y="382"/>
                    </a:cubicBezTo>
                    <a:cubicBezTo>
                      <a:pt x="242" y="394"/>
                      <a:pt x="259" y="402"/>
                      <a:pt x="279" y="397"/>
                    </a:cubicBezTo>
                    <a:cubicBezTo>
                      <a:pt x="300" y="391"/>
                      <a:pt x="297" y="394"/>
                      <a:pt x="317" y="391"/>
                    </a:cubicBezTo>
                    <a:cubicBezTo>
                      <a:pt x="337" y="388"/>
                      <a:pt x="337" y="365"/>
                      <a:pt x="349" y="356"/>
                    </a:cubicBezTo>
                    <a:cubicBezTo>
                      <a:pt x="360" y="348"/>
                      <a:pt x="374" y="264"/>
                      <a:pt x="403" y="262"/>
                    </a:cubicBezTo>
                    <a:cubicBezTo>
                      <a:pt x="432" y="259"/>
                      <a:pt x="421" y="279"/>
                      <a:pt x="412" y="296"/>
                    </a:cubicBezTo>
                    <a:cubicBezTo>
                      <a:pt x="403" y="313"/>
                      <a:pt x="380" y="342"/>
                      <a:pt x="412" y="351"/>
                    </a:cubicBezTo>
                    <a:cubicBezTo>
                      <a:pt x="444" y="359"/>
                      <a:pt x="429" y="382"/>
                      <a:pt x="409" y="385"/>
                    </a:cubicBezTo>
                    <a:cubicBezTo>
                      <a:pt x="389" y="388"/>
                      <a:pt x="360" y="414"/>
                      <a:pt x="349" y="420"/>
                    </a:cubicBezTo>
                    <a:cubicBezTo>
                      <a:pt x="337" y="425"/>
                      <a:pt x="291" y="434"/>
                      <a:pt x="311" y="454"/>
                    </a:cubicBezTo>
                    <a:cubicBezTo>
                      <a:pt x="331" y="474"/>
                      <a:pt x="349" y="543"/>
                      <a:pt x="337" y="523"/>
                    </a:cubicBezTo>
                    <a:cubicBezTo>
                      <a:pt x="325" y="503"/>
                      <a:pt x="274" y="454"/>
                      <a:pt x="265" y="451"/>
                    </a:cubicBezTo>
                    <a:cubicBezTo>
                      <a:pt x="256" y="448"/>
                      <a:pt x="219" y="442"/>
                      <a:pt x="225" y="457"/>
                    </a:cubicBezTo>
                    <a:cubicBezTo>
                      <a:pt x="230" y="471"/>
                      <a:pt x="242" y="500"/>
                      <a:pt x="233" y="503"/>
                    </a:cubicBezTo>
                    <a:cubicBezTo>
                      <a:pt x="225" y="506"/>
                      <a:pt x="202" y="483"/>
                      <a:pt x="190" y="474"/>
                    </a:cubicBezTo>
                    <a:cubicBezTo>
                      <a:pt x="179" y="465"/>
                      <a:pt x="153" y="425"/>
                      <a:pt x="153" y="425"/>
                    </a:cubicBezTo>
                    <a:cubicBezTo>
                      <a:pt x="153" y="425"/>
                      <a:pt x="121" y="405"/>
                      <a:pt x="118" y="388"/>
                    </a:cubicBezTo>
                    <a:cubicBezTo>
                      <a:pt x="115" y="371"/>
                      <a:pt x="107" y="333"/>
                      <a:pt x="104" y="322"/>
                    </a:cubicBezTo>
                    <a:cubicBezTo>
                      <a:pt x="101" y="310"/>
                      <a:pt x="63" y="284"/>
                      <a:pt x="61" y="302"/>
                    </a:cubicBezTo>
                    <a:cubicBezTo>
                      <a:pt x="58" y="319"/>
                      <a:pt x="52" y="322"/>
                      <a:pt x="66" y="339"/>
                    </a:cubicBezTo>
                    <a:cubicBezTo>
                      <a:pt x="81" y="356"/>
                      <a:pt x="55" y="394"/>
                      <a:pt x="55" y="394"/>
                    </a:cubicBezTo>
                    <a:cubicBezTo>
                      <a:pt x="55" y="394"/>
                      <a:pt x="23" y="405"/>
                      <a:pt x="29" y="422"/>
                    </a:cubicBezTo>
                    <a:cubicBezTo>
                      <a:pt x="35" y="440"/>
                      <a:pt x="58" y="474"/>
                      <a:pt x="69" y="486"/>
                    </a:cubicBezTo>
                    <a:cubicBezTo>
                      <a:pt x="81" y="497"/>
                      <a:pt x="52" y="523"/>
                      <a:pt x="75" y="529"/>
                    </a:cubicBezTo>
                    <a:cubicBezTo>
                      <a:pt x="98" y="534"/>
                      <a:pt x="118" y="560"/>
                      <a:pt x="112" y="569"/>
                    </a:cubicBezTo>
                    <a:cubicBezTo>
                      <a:pt x="107" y="577"/>
                      <a:pt x="89" y="583"/>
                      <a:pt x="89" y="600"/>
                    </a:cubicBezTo>
                    <a:cubicBezTo>
                      <a:pt x="89" y="618"/>
                      <a:pt x="84" y="635"/>
                      <a:pt x="101" y="652"/>
                    </a:cubicBezTo>
                    <a:cubicBezTo>
                      <a:pt x="118" y="669"/>
                      <a:pt x="133" y="687"/>
                      <a:pt x="144" y="681"/>
                    </a:cubicBezTo>
                    <a:cubicBezTo>
                      <a:pt x="156" y="675"/>
                      <a:pt x="179" y="672"/>
                      <a:pt x="187" y="678"/>
                    </a:cubicBezTo>
                    <a:cubicBezTo>
                      <a:pt x="196" y="684"/>
                      <a:pt x="222" y="684"/>
                      <a:pt x="233" y="701"/>
                    </a:cubicBezTo>
                    <a:cubicBezTo>
                      <a:pt x="245" y="718"/>
                      <a:pt x="242" y="741"/>
                      <a:pt x="228" y="741"/>
                    </a:cubicBezTo>
                    <a:cubicBezTo>
                      <a:pt x="213" y="741"/>
                      <a:pt x="199" y="741"/>
                      <a:pt x="196" y="750"/>
                    </a:cubicBezTo>
                    <a:cubicBezTo>
                      <a:pt x="193" y="758"/>
                      <a:pt x="205" y="793"/>
                      <a:pt x="196" y="799"/>
                    </a:cubicBezTo>
                    <a:cubicBezTo>
                      <a:pt x="187" y="804"/>
                      <a:pt x="167" y="810"/>
                      <a:pt x="156" y="822"/>
                    </a:cubicBezTo>
                    <a:cubicBezTo>
                      <a:pt x="144" y="833"/>
                      <a:pt x="95" y="856"/>
                      <a:pt x="92" y="847"/>
                    </a:cubicBezTo>
                    <a:cubicBezTo>
                      <a:pt x="89" y="839"/>
                      <a:pt x="29" y="824"/>
                      <a:pt x="29" y="824"/>
                    </a:cubicBezTo>
                    <a:cubicBezTo>
                      <a:pt x="29" y="824"/>
                      <a:pt x="0" y="845"/>
                      <a:pt x="17" y="856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92" name="Freeform 22">
                <a:extLst>
                  <a:ext uri="{FF2B5EF4-FFF2-40B4-BE49-F238E27FC236}">
                    <a16:creationId xmlns:a16="http://schemas.microsoft.com/office/drawing/2014/main" id="{53B7D1AD-1F3F-C544-9237-0F59DBAD59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3" y="758"/>
                <a:ext cx="182" cy="222"/>
              </a:xfrm>
              <a:custGeom>
                <a:avLst/>
                <a:gdLst/>
                <a:ahLst/>
                <a:cxnLst>
                  <a:cxn ang="0">
                    <a:pos x="60" y="17"/>
                  </a:cxn>
                  <a:cxn ang="0">
                    <a:pos x="98" y="58"/>
                  </a:cxn>
                  <a:cxn ang="0">
                    <a:pos x="138" y="89"/>
                  </a:cxn>
                  <a:cxn ang="0">
                    <a:pos x="153" y="152"/>
                  </a:cxn>
                  <a:cxn ang="0">
                    <a:pos x="124" y="175"/>
                  </a:cxn>
                  <a:cxn ang="0">
                    <a:pos x="101" y="144"/>
                  </a:cxn>
                  <a:cxn ang="0">
                    <a:pos x="55" y="147"/>
                  </a:cxn>
                  <a:cxn ang="0">
                    <a:pos x="17" y="101"/>
                  </a:cxn>
                  <a:cxn ang="0">
                    <a:pos x="43" y="66"/>
                  </a:cxn>
                  <a:cxn ang="0">
                    <a:pos x="6" y="20"/>
                  </a:cxn>
                  <a:cxn ang="0">
                    <a:pos x="60" y="17"/>
                  </a:cxn>
                </a:cxnLst>
                <a:rect l="0" t="0" r="r" b="b"/>
                <a:pathLst>
                  <a:path w="158" h="193">
                    <a:moveTo>
                      <a:pt x="60" y="17"/>
                    </a:moveTo>
                    <a:cubicBezTo>
                      <a:pt x="78" y="26"/>
                      <a:pt x="81" y="61"/>
                      <a:pt x="98" y="58"/>
                    </a:cubicBezTo>
                    <a:cubicBezTo>
                      <a:pt x="115" y="55"/>
                      <a:pt x="135" y="69"/>
                      <a:pt x="138" y="89"/>
                    </a:cubicBezTo>
                    <a:cubicBezTo>
                      <a:pt x="141" y="109"/>
                      <a:pt x="158" y="135"/>
                      <a:pt x="153" y="152"/>
                    </a:cubicBezTo>
                    <a:cubicBezTo>
                      <a:pt x="147" y="170"/>
                      <a:pt x="130" y="193"/>
                      <a:pt x="124" y="175"/>
                    </a:cubicBezTo>
                    <a:cubicBezTo>
                      <a:pt x="118" y="158"/>
                      <a:pt x="112" y="147"/>
                      <a:pt x="101" y="144"/>
                    </a:cubicBezTo>
                    <a:cubicBezTo>
                      <a:pt x="89" y="141"/>
                      <a:pt x="69" y="161"/>
                      <a:pt x="55" y="147"/>
                    </a:cubicBezTo>
                    <a:cubicBezTo>
                      <a:pt x="40" y="132"/>
                      <a:pt x="3" y="109"/>
                      <a:pt x="17" y="101"/>
                    </a:cubicBezTo>
                    <a:cubicBezTo>
                      <a:pt x="32" y="92"/>
                      <a:pt x="55" y="78"/>
                      <a:pt x="43" y="66"/>
                    </a:cubicBezTo>
                    <a:cubicBezTo>
                      <a:pt x="32" y="55"/>
                      <a:pt x="0" y="32"/>
                      <a:pt x="6" y="20"/>
                    </a:cubicBezTo>
                    <a:cubicBezTo>
                      <a:pt x="11" y="9"/>
                      <a:pt x="26" y="0"/>
                      <a:pt x="60" y="17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93" name="Freeform 23">
                <a:extLst>
                  <a:ext uri="{FF2B5EF4-FFF2-40B4-BE49-F238E27FC236}">
                    <a16:creationId xmlns:a16="http://schemas.microsoft.com/office/drawing/2014/main" id="{02C59764-18BE-4B48-B8CF-296511800F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6" y="838"/>
                <a:ext cx="102" cy="125"/>
              </a:xfrm>
              <a:custGeom>
                <a:avLst/>
                <a:gdLst/>
                <a:ahLst/>
                <a:cxnLst>
                  <a:cxn ang="0">
                    <a:pos x="51" y="17"/>
                  </a:cxn>
                  <a:cxn ang="0">
                    <a:pos x="83" y="58"/>
                  </a:cxn>
                  <a:cxn ang="0">
                    <a:pos x="51" y="106"/>
                  </a:cxn>
                  <a:cxn ang="0">
                    <a:pos x="28" y="60"/>
                  </a:cxn>
                  <a:cxn ang="0">
                    <a:pos x="0" y="20"/>
                  </a:cxn>
                  <a:cxn ang="0">
                    <a:pos x="51" y="17"/>
                  </a:cxn>
                </a:cxnLst>
                <a:rect l="0" t="0" r="r" b="b"/>
                <a:pathLst>
                  <a:path w="89" h="109">
                    <a:moveTo>
                      <a:pt x="51" y="17"/>
                    </a:moveTo>
                    <a:cubicBezTo>
                      <a:pt x="62" y="25"/>
                      <a:pt x="89" y="43"/>
                      <a:pt x="83" y="58"/>
                    </a:cubicBezTo>
                    <a:cubicBezTo>
                      <a:pt x="77" y="72"/>
                      <a:pt x="66" y="109"/>
                      <a:pt x="51" y="106"/>
                    </a:cubicBezTo>
                    <a:cubicBezTo>
                      <a:pt x="37" y="104"/>
                      <a:pt x="46" y="81"/>
                      <a:pt x="28" y="60"/>
                    </a:cubicBezTo>
                    <a:cubicBezTo>
                      <a:pt x="11" y="40"/>
                      <a:pt x="0" y="20"/>
                      <a:pt x="0" y="20"/>
                    </a:cubicBezTo>
                    <a:cubicBezTo>
                      <a:pt x="0" y="20"/>
                      <a:pt x="28" y="0"/>
                      <a:pt x="51" y="17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94" name="Freeform 24">
                <a:extLst>
                  <a:ext uri="{FF2B5EF4-FFF2-40B4-BE49-F238E27FC236}">
                    <a16:creationId xmlns:a16="http://schemas.microsoft.com/office/drawing/2014/main" id="{8D4C5878-63A1-FB4D-A63E-1C61B25B6F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5" y="867"/>
                <a:ext cx="109" cy="159"/>
              </a:xfrm>
              <a:custGeom>
                <a:avLst/>
                <a:gdLst/>
                <a:ahLst/>
                <a:cxnLst>
                  <a:cxn ang="0">
                    <a:pos x="34" y="9"/>
                  </a:cxn>
                  <a:cxn ang="0">
                    <a:pos x="89" y="17"/>
                  </a:cxn>
                  <a:cxn ang="0">
                    <a:pos x="80" y="60"/>
                  </a:cxn>
                  <a:cxn ang="0">
                    <a:pos x="66" y="98"/>
                  </a:cxn>
                  <a:cxn ang="0">
                    <a:pos x="52" y="129"/>
                  </a:cxn>
                  <a:cxn ang="0">
                    <a:pos x="8" y="121"/>
                  </a:cxn>
                  <a:cxn ang="0">
                    <a:pos x="17" y="72"/>
                  </a:cxn>
                  <a:cxn ang="0">
                    <a:pos x="34" y="9"/>
                  </a:cxn>
                </a:cxnLst>
                <a:rect l="0" t="0" r="r" b="b"/>
                <a:pathLst>
                  <a:path w="95" h="138">
                    <a:moveTo>
                      <a:pt x="34" y="9"/>
                    </a:moveTo>
                    <a:cubicBezTo>
                      <a:pt x="46" y="8"/>
                      <a:pt x="83" y="0"/>
                      <a:pt x="89" y="17"/>
                    </a:cubicBezTo>
                    <a:cubicBezTo>
                      <a:pt x="95" y="34"/>
                      <a:pt x="86" y="46"/>
                      <a:pt x="80" y="60"/>
                    </a:cubicBezTo>
                    <a:cubicBezTo>
                      <a:pt x="75" y="75"/>
                      <a:pt x="57" y="80"/>
                      <a:pt x="66" y="98"/>
                    </a:cubicBezTo>
                    <a:cubicBezTo>
                      <a:pt x="75" y="115"/>
                      <a:pt x="69" y="132"/>
                      <a:pt x="52" y="129"/>
                    </a:cubicBezTo>
                    <a:cubicBezTo>
                      <a:pt x="34" y="126"/>
                      <a:pt x="8" y="138"/>
                      <a:pt x="8" y="121"/>
                    </a:cubicBezTo>
                    <a:cubicBezTo>
                      <a:pt x="8" y="103"/>
                      <a:pt x="17" y="83"/>
                      <a:pt x="17" y="72"/>
                    </a:cubicBezTo>
                    <a:cubicBezTo>
                      <a:pt x="17" y="60"/>
                      <a:pt x="0" y="11"/>
                      <a:pt x="34" y="9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95" name="Freeform 25">
                <a:extLst>
                  <a:ext uri="{FF2B5EF4-FFF2-40B4-BE49-F238E27FC236}">
                    <a16:creationId xmlns:a16="http://schemas.microsoft.com/office/drawing/2014/main" id="{A2FA8E86-372F-E94E-8248-E13246DAB5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9" y="-8"/>
                <a:ext cx="1514" cy="2368"/>
              </a:xfrm>
              <a:custGeom>
                <a:avLst/>
                <a:gdLst/>
                <a:ahLst/>
                <a:cxnLst>
                  <a:cxn ang="0">
                    <a:pos x="246" y="384"/>
                  </a:cxn>
                  <a:cxn ang="0">
                    <a:pos x="121" y="543"/>
                  </a:cxn>
                  <a:cxn ang="0">
                    <a:pos x="159" y="664"/>
                  </a:cxn>
                  <a:cxn ang="0">
                    <a:pos x="13" y="789"/>
                  </a:cxn>
                  <a:cxn ang="0">
                    <a:pos x="142" y="888"/>
                  </a:cxn>
                  <a:cxn ang="0">
                    <a:pos x="99" y="1000"/>
                  </a:cxn>
                  <a:cxn ang="0">
                    <a:pos x="259" y="1034"/>
                  </a:cxn>
                  <a:cxn ang="0">
                    <a:pos x="410" y="1388"/>
                  </a:cxn>
                  <a:cxn ang="0">
                    <a:pos x="436" y="1491"/>
                  </a:cxn>
                  <a:cxn ang="0">
                    <a:pos x="479" y="1586"/>
                  </a:cxn>
                  <a:cxn ang="0">
                    <a:pos x="483" y="1831"/>
                  </a:cxn>
                  <a:cxn ang="0">
                    <a:pos x="604" y="2008"/>
                  </a:cxn>
                  <a:cxn ang="0">
                    <a:pos x="673" y="1866"/>
                  </a:cxn>
                  <a:cxn ang="0">
                    <a:pos x="820" y="1685"/>
                  </a:cxn>
                  <a:cxn ang="0">
                    <a:pos x="997" y="1573"/>
                  </a:cxn>
                  <a:cxn ang="0">
                    <a:pos x="1028" y="1478"/>
                  </a:cxn>
                  <a:cxn ang="0">
                    <a:pos x="1036" y="1418"/>
                  </a:cxn>
                  <a:cxn ang="0">
                    <a:pos x="1101" y="1379"/>
                  </a:cxn>
                  <a:cxn ang="0">
                    <a:pos x="1084" y="1284"/>
                  </a:cxn>
                  <a:cxn ang="0">
                    <a:pos x="1127" y="1158"/>
                  </a:cxn>
                  <a:cxn ang="0">
                    <a:pos x="1131" y="1043"/>
                  </a:cxn>
                  <a:cxn ang="0">
                    <a:pos x="1144" y="935"/>
                  </a:cxn>
                  <a:cxn ang="0">
                    <a:pos x="1136" y="845"/>
                  </a:cxn>
                  <a:cxn ang="0">
                    <a:pos x="1161" y="642"/>
                  </a:cxn>
                  <a:cxn ang="0">
                    <a:pos x="1166" y="556"/>
                  </a:cxn>
                  <a:cxn ang="0">
                    <a:pos x="1213" y="483"/>
                  </a:cxn>
                  <a:cxn ang="0">
                    <a:pos x="1287" y="328"/>
                  </a:cxn>
                  <a:cxn ang="0">
                    <a:pos x="1192" y="358"/>
                  </a:cxn>
                  <a:cxn ang="0">
                    <a:pos x="1058" y="492"/>
                  </a:cxn>
                  <a:cxn ang="0">
                    <a:pos x="1084" y="293"/>
                  </a:cxn>
                  <a:cxn ang="0">
                    <a:pos x="989" y="371"/>
                  </a:cxn>
                  <a:cxn ang="0">
                    <a:pos x="902" y="306"/>
                  </a:cxn>
                  <a:cxn ang="0">
                    <a:pos x="907" y="255"/>
                  </a:cxn>
                  <a:cxn ang="0">
                    <a:pos x="1097" y="199"/>
                  </a:cxn>
                  <a:cxn ang="0">
                    <a:pos x="1006" y="100"/>
                  </a:cxn>
                  <a:cxn ang="0">
                    <a:pos x="984" y="61"/>
                  </a:cxn>
                  <a:cxn ang="0">
                    <a:pos x="790" y="18"/>
                  </a:cxn>
                  <a:cxn ang="0">
                    <a:pos x="704" y="112"/>
                  </a:cxn>
                  <a:cxn ang="0">
                    <a:pos x="548" y="117"/>
                  </a:cxn>
                  <a:cxn ang="0">
                    <a:pos x="630" y="255"/>
                  </a:cxn>
                  <a:cxn ang="0">
                    <a:pos x="583" y="315"/>
                  </a:cxn>
                  <a:cxn ang="0">
                    <a:pos x="466" y="216"/>
                  </a:cxn>
                  <a:cxn ang="0">
                    <a:pos x="445" y="358"/>
                  </a:cxn>
                  <a:cxn ang="0">
                    <a:pos x="384" y="237"/>
                  </a:cxn>
                </a:cxnLst>
                <a:rect l="0" t="0" r="r" b="b"/>
                <a:pathLst>
                  <a:path w="1317" h="2064">
                    <a:moveTo>
                      <a:pt x="280" y="311"/>
                    </a:moveTo>
                    <a:cubicBezTo>
                      <a:pt x="280" y="311"/>
                      <a:pt x="237" y="358"/>
                      <a:pt x="246" y="384"/>
                    </a:cubicBezTo>
                    <a:cubicBezTo>
                      <a:pt x="254" y="410"/>
                      <a:pt x="233" y="418"/>
                      <a:pt x="207" y="436"/>
                    </a:cubicBezTo>
                    <a:cubicBezTo>
                      <a:pt x="181" y="453"/>
                      <a:pt x="108" y="522"/>
                      <a:pt x="121" y="543"/>
                    </a:cubicBezTo>
                    <a:cubicBezTo>
                      <a:pt x="134" y="565"/>
                      <a:pt x="159" y="573"/>
                      <a:pt x="172" y="573"/>
                    </a:cubicBezTo>
                    <a:cubicBezTo>
                      <a:pt x="185" y="573"/>
                      <a:pt x="177" y="642"/>
                      <a:pt x="159" y="664"/>
                    </a:cubicBezTo>
                    <a:cubicBezTo>
                      <a:pt x="142" y="685"/>
                      <a:pt x="116" y="694"/>
                      <a:pt x="82" y="724"/>
                    </a:cubicBezTo>
                    <a:cubicBezTo>
                      <a:pt x="47" y="754"/>
                      <a:pt x="0" y="750"/>
                      <a:pt x="13" y="789"/>
                    </a:cubicBezTo>
                    <a:cubicBezTo>
                      <a:pt x="26" y="828"/>
                      <a:pt x="47" y="879"/>
                      <a:pt x="82" y="875"/>
                    </a:cubicBezTo>
                    <a:cubicBezTo>
                      <a:pt x="116" y="871"/>
                      <a:pt x="151" y="853"/>
                      <a:pt x="142" y="888"/>
                    </a:cubicBezTo>
                    <a:cubicBezTo>
                      <a:pt x="134" y="922"/>
                      <a:pt x="82" y="922"/>
                      <a:pt x="69" y="940"/>
                    </a:cubicBezTo>
                    <a:cubicBezTo>
                      <a:pt x="56" y="957"/>
                      <a:pt x="73" y="983"/>
                      <a:pt x="99" y="1000"/>
                    </a:cubicBezTo>
                    <a:cubicBezTo>
                      <a:pt x="125" y="1017"/>
                      <a:pt x="121" y="1030"/>
                      <a:pt x="159" y="1021"/>
                    </a:cubicBezTo>
                    <a:cubicBezTo>
                      <a:pt x="198" y="1013"/>
                      <a:pt x="216" y="1013"/>
                      <a:pt x="259" y="1034"/>
                    </a:cubicBezTo>
                    <a:cubicBezTo>
                      <a:pt x="302" y="1056"/>
                      <a:pt x="367" y="1246"/>
                      <a:pt x="380" y="1293"/>
                    </a:cubicBezTo>
                    <a:cubicBezTo>
                      <a:pt x="393" y="1340"/>
                      <a:pt x="371" y="1392"/>
                      <a:pt x="410" y="1388"/>
                    </a:cubicBezTo>
                    <a:cubicBezTo>
                      <a:pt x="449" y="1383"/>
                      <a:pt x="462" y="1396"/>
                      <a:pt x="466" y="1431"/>
                    </a:cubicBezTo>
                    <a:cubicBezTo>
                      <a:pt x="470" y="1465"/>
                      <a:pt x="466" y="1470"/>
                      <a:pt x="436" y="1491"/>
                    </a:cubicBezTo>
                    <a:cubicBezTo>
                      <a:pt x="406" y="1513"/>
                      <a:pt x="419" y="1534"/>
                      <a:pt x="449" y="1534"/>
                    </a:cubicBezTo>
                    <a:cubicBezTo>
                      <a:pt x="479" y="1534"/>
                      <a:pt x="492" y="1569"/>
                      <a:pt x="479" y="1586"/>
                    </a:cubicBezTo>
                    <a:cubicBezTo>
                      <a:pt x="466" y="1603"/>
                      <a:pt x="436" y="1616"/>
                      <a:pt x="436" y="1659"/>
                    </a:cubicBezTo>
                    <a:cubicBezTo>
                      <a:pt x="436" y="1702"/>
                      <a:pt x="466" y="1780"/>
                      <a:pt x="483" y="1831"/>
                    </a:cubicBezTo>
                    <a:cubicBezTo>
                      <a:pt x="501" y="1883"/>
                      <a:pt x="540" y="1930"/>
                      <a:pt x="552" y="1961"/>
                    </a:cubicBezTo>
                    <a:cubicBezTo>
                      <a:pt x="565" y="1991"/>
                      <a:pt x="591" y="1982"/>
                      <a:pt x="604" y="2008"/>
                    </a:cubicBezTo>
                    <a:cubicBezTo>
                      <a:pt x="617" y="2034"/>
                      <a:pt x="626" y="2064"/>
                      <a:pt x="635" y="2025"/>
                    </a:cubicBezTo>
                    <a:cubicBezTo>
                      <a:pt x="643" y="1987"/>
                      <a:pt x="656" y="1913"/>
                      <a:pt x="673" y="1866"/>
                    </a:cubicBezTo>
                    <a:cubicBezTo>
                      <a:pt x="691" y="1818"/>
                      <a:pt x="730" y="1724"/>
                      <a:pt x="755" y="1715"/>
                    </a:cubicBezTo>
                    <a:cubicBezTo>
                      <a:pt x="781" y="1706"/>
                      <a:pt x="799" y="1724"/>
                      <a:pt x="820" y="1685"/>
                    </a:cubicBezTo>
                    <a:cubicBezTo>
                      <a:pt x="842" y="1646"/>
                      <a:pt x="833" y="1612"/>
                      <a:pt x="872" y="1607"/>
                    </a:cubicBezTo>
                    <a:cubicBezTo>
                      <a:pt x="911" y="1603"/>
                      <a:pt x="976" y="1577"/>
                      <a:pt x="997" y="1573"/>
                    </a:cubicBezTo>
                    <a:cubicBezTo>
                      <a:pt x="1019" y="1569"/>
                      <a:pt x="1079" y="1513"/>
                      <a:pt x="1084" y="1500"/>
                    </a:cubicBezTo>
                    <a:cubicBezTo>
                      <a:pt x="1088" y="1487"/>
                      <a:pt x="1041" y="1487"/>
                      <a:pt x="1028" y="1478"/>
                    </a:cubicBezTo>
                    <a:cubicBezTo>
                      <a:pt x="1015" y="1470"/>
                      <a:pt x="980" y="1457"/>
                      <a:pt x="993" y="1448"/>
                    </a:cubicBezTo>
                    <a:cubicBezTo>
                      <a:pt x="1006" y="1439"/>
                      <a:pt x="1015" y="1414"/>
                      <a:pt x="1036" y="1418"/>
                    </a:cubicBezTo>
                    <a:cubicBezTo>
                      <a:pt x="1058" y="1422"/>
                      <a:pt x="1071" y="1444"/>
                      <a:pt x="1092" y="1435"/>
                    </a:cubicBezTo>
                    <a:cubicBezTo>
                      <a:pt x="1114" y="1426"/>
                      <a:pt x="1110" y="1396"/>
                      <a:pt x="1101" y="1379"/>
                    </a:cubicBezTo>
                    <a:cubicBezTo>
                      <a:pt x="1092" y="1362"/>
                      <a:pt x="1049" y="1353"/>
                      <a:pt x="1053" y="1336"/>
                    </a:cubicBezTo>
                    <a:cubicBezTo>
                      <a:pt x="1058" y="1319"/>
                      <a:pt x="1071" y="1289"/>
                      <a:pt x="1084" y="1284"/>
                    </a:cubicBezTo>
                    <a:cubicBezTo>
                      <a:pt x="1097" y="1280"/>
                      <a:pt x="1110" y="1241"/>
                      <a:pt x="1118" y="1224"/>
                    </a:cubicBezTo>
                    <a:cubicBezTo>
                      <a:pt x="1127" y="1207"/>
                      <a:pt x="1110" y="1169"/>
                      <a:pt x="1127" y="1158"/>
                    </a:cubicBezTo>
                    <a:cubicBezTo>
                      <a:pt x="1144" y="1146"/>
                      <a:pt x="1161" y="1090"/>
                      <a:pt x="1161" y="1090"/>
                    </a:cubicBezTo>
                    <a:cubicBezTo>
                      <a:pt x="1161" y="1090"/>
                      <a:pt x="1136" y="1060"/>
                      <a:pt x="1131" y="1043"/>
                    </a:cubicBezTo>
                    <a:cubicBezTo>
                      <a:pt x="1127" y="1026"/>
                      <a:pt x="1118" y="970"/>
                      <a:pt x="1118" y="970"/>
                    </a:cubicBezTo>
                    <a:cubicBezTo>
                      <a:pt x="1118" y="970"/>
                      <a:pt x="1127" y="931"/>
                      <a:pt x="1144" y="935"/>
                    </a:cubicBezTo>
                    <a:cubicBezTo>
                      <a:pt x="1161" y="940"/>
                      <a:pt x="1183" y="914"/>
                      <a:pt x="1183" y="914"/>
                    </a:cubicBezTo>
                    <a:cubicBezTo>
                      <a:pt x="1136" y="845"/>
                      <a:pt x="1136" y="845"/>
                      <a:pt x="1136" y="845"/>
                    </a:cubicBezTo>
                    <a:cubicBezTo>
                      <a:pt x="1136" y="845"/>
                      <a:pt x="1131" y="772"/>
                      <a:pt x="1144" y="741"/>
                    </a:cubicBezTo>
                    <a:cubicBezTo>
                      <a:pt x="1157" y="711"/>
                      <a:pt x="1161" y="642"/>
                      <a:pt x="1161" y="642"/>
                    </a:cubicBezTo>
                    <a:cubicBezTo>
                      <a:pt x="1161" y="642"/>
                      <a:pt x="1166" y="612"/>
                      <a:pt x="1183" y="604"/>
                    </a:cubicBezTo>
                    <a:cubicBezTo>
                      <a:pt x="1200" y="595"/>
                      <a:pt x="1166" y="556"/>
                      <a:pt x="1166" y="556"/>
                    </a:cubicBezTo>
                    <a:cubicBezTo>
                      <a:pt x="1200" y="526"/>
                      <a:pt x="1200" y="526"/>
                      <a:pt x="1200" y="526"/>
                    </a:cubicBezTo>
                    <a:cubicBezTo>
                      <a:pt x="1200" y="526"/>
                      <a:pt x="1196" y="492"/>
                      <a:pt x="1213" y="483"/>
                    </a:cubicBezTo>
                    <a:cubicBezTo>
                      <a:pt x="1231" y="474"/>
                      <a:pt x="1265" y="414"/>
                      <a:pt x="1287" y="397"/>
                    </a:cubicBezTo>
                    <a:cubicBezTo>
                      <a:pt x="1308" y="380"/>
                      <a:pt x="1317" y="341"/>
                      <a:pt x="1287" y="328"/>
                    </a:cubicBezTo>
                    <a:cubicBezTo>
                      <a:pt x="1256" y="315"/>
                      <a:pt x="1256" y="298"/>
                      <a:pt x="1231" y="306"/>
                    </a:cubicBezTo>
                    <a:cubicBezTo>
                      <a:pt x="1205" y="315"/>
                      <a:pt x="1209" y="358"/>
                      <a:pt x="1192" y="358"/>
                    </a:cubicBezTo>
                    <a:cubicBezTo>
                      <a:pt x="1174" y="358"/>
                      <a:pt x="1144" y="341"/>
                      <a:pt x="1131" y="362"/>
                    </a:cubicBezTo>
                    <a:cubicBezTo>
                      <a:pt x="1118" y="384"/>
                      <a:pt x="1053" y="505"/>
                      <a:pt x="1058" y="492"/>
                    </a:cubicBezTo>
                    <a:cubicBezTo>
                      <a:pt x="1062" y="479"/>
                      <a:pt x="1105" y="349"/>
                      <a:pt x="1101" y="336"/>
                    </a:cubicBezTo>
                    <a:cubicBezTo>
                      <a:pt x="1097" y="324"/>
                      <a:pt x="1105" y="298"/>
                      <a:pt x="1084" y="293"/>
                    </a:cubicBezTo>
                    <a:cubicBezTo>
                      <a:pt x="1062" y="289"/>
                      <a:pt x="1053" y="324"/>
                      <a:pt x="1053" y="324"/>
                    </a:cubicBezTo>
                    <a:cubicBezTo>
                      <a:pt x="989" y="371"/>
                      <a:pt x="989" y="371"/>
                      <a:pt x="989" y="371"/>
                    </a:cubicBezTo>
                    <a:cubicBezTo>
                      <a:pt x="1006" y="293"/>
                      <a:pt x="1006" y="293"/>
                      <a:pt x="1006" y="293"/>
                    </a:cubicBezTo>
                    <a:cubicBezTo>
                      <a:pt x="902" y="306"/>
                      <a:pt x="902" y="306"/>
                      <a:pt x="902" y="306"/>
                    </a:cubicBezTo>
                    <a:cubicBezTo>
                      <a:pt x="842" y="345"/>
                      <a:pt x="842" y="345"/>
                      <a:pt x="842" y="345"/>
                    </a:cubicBezTo>
                    <a:cubicBezTo>
                      <a:pt x="842" y="345"/>
                      <a:pt x="894" y="250"/>
                      <a:pt x="907" y="255"/>
                    </a:cubicBezTo>
                    <a:cubicBezTo>
                      <a:pt x="920" y="259"/>
                      <a:pt x="1023" y="246"/>
                      <a:pt x="1041" y="242"/>
                    </a:cubicBezTo>
                    <a:cubicBezTo>
                      <a:pt x="1058" y="237"/>
                      <a:pt x="1092" y="216"/>
                      <a:pt x="1097" y="199"/>
                    </a:cubicBezTo>
                    <a:cubicBezTo>
                      <a:pt x="1101" y="181"/>
                      <a:pt x="1028" y="143"/>
                      <a:pt x="1028" y="143"/>
                    </a:cubicBezTo>
                    <a:cubicBezTo>
                      <a:pt x="1006" y="100"/>
                      <a:pt x="1006" y="100"/>
                      <a:pt x="1006" y="100"/>
                    </a:cubicBezTo>
                    <a:cubicBezTo>
                      <a:pt x="928" y="95"/>
                      <a:pt x="928" y="95"/>
                      <a:pt x="928" y="95"/>
                    </a:cubicBezTo>
                    <a:cubicBezTo>
                      <a:pt x="984" y="61"/>
                      <a:pt x="984" y="61"/>
                      <a:pt x="984" y="61"/>
                    </a:cubicBezTo>
                    <a:cubicBezTo>
                      <a:pt x="984" y="61"/>
                      <a:pt x="933" y="26"/>
                      <a:pt x="894" y="18"/>
                    </a:cubicBezTo>
                    <a:cubicBezTo>
                      <a:pt x="855" y="9"/>
                      <a:pt x="842" y="0"/>
                      <a:pt x="790" y="18"/>
                    </a:cubicBezTo>
                    <a:cubicBezTo>
                      <a:pt x="738" y="35"/>
                      <a:pt x="712" y="35"/>
                      <a:pt x="712" y="48"/>
                    </a:cubicBezTo>
                    <a:cubicBezTo>
                      <a:pt x="712" y="61"/>
                      <a:pt x="717" y="104"/>
                      <a:pt x="704" y="112"/>
                    </a:cubicBezTo>
                    <a:cubicBezTo>
                      <a:pt x="691" y="121"/>
                      <a:pt x="665" y="104"/>
                      <a:pt x="630" y="100"/>
                    </a:cubicBezTo>
                    <a:cubicBezTo>
                      <a:pt x="596" y="95"/>
                      <a:pt x="548" y="117"/>
                      <a:pt x="548" y="117"/>
                    </a:cubicBezTo>
                    <a:cubicBezTo>
                      <a:pt x="548" y="117"/>
                      <a:pt x="578" y="156"/>
                      <a:pt x="587" y="173"/>
                    </a:cubicBezTo>
                    <a:cubicBezTo>
                      <a:pt x="596" y="190"/>
                      <a:pt x="635" y="237"/>
                      <a:pt x="630" y="255"/>
                    </a:cubicBezTo>
                    <a:cubicBezTo>
                      <a:pt x="626" y="272"/>
                      <a:pt x="587" y="276"/>
                      <a:pt x="587" y="276"/>
                    </a:cubicBezTo>
                    <a:cubicBezTo>
                      <a:pt x="587" y="276"/>
                      <a:pt x="600" y="324"/>
                      <a:pt x="583" y="315"/>
                    </a:cubicBezTo>
                    <a:cubicBezTo>
                      <a:pt x="565" y="306"/>
                      <a:pt x="522" y="229"/>
                      <a:pt x="505" y="220"/>
                    </a:cubicBezTo>
                    <a:cubicBezTo>
                      <a:pt x="488" y="212"/>
                      <a:pt x="475" y="203"/>
                      <a:pt x="466" y="216"/>
                    </a:cubicBezTo>
                    <a:cubicBezTo>
                      <a:pt x="457" y="229"/>
                      <a:pt x="466" y="289"/>
                      <a:pt x="470" y="306"/>
                    </a:cubicBezTo>
                    <a:cubicBezTo>
                      <a:pt x="475" y="324"/>
                      <a:pt x="445" y="358"/>
                      <a:pt x="445" y="358"/>
                    </a:cubicBezTo>
                    <a:cubicBezTo>
                      <a:pt x="388" y="328"/>
                      <a:pt x="388" y="328"/>
                      <a:pt x="388" y="328"/>
                    </a:cubicBezTo>
                    <a:cubicBezTo>
                      <a:pt x="384" y="237"/>
                      <a:pt x="384" y="237"/>
                      <a:pt x="384" y="237"/>
                    </a:cubicBezTo>
                    <a:lnTo>
                      <a:pt x="280" y="31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96" name="Freeform 26">
                <a:extLst>
                  <a:ext uri="{FF2B5EF4-FFF2-40B4-BE49-F238E27FC236}">
                    <a16:creationId xmlns:a16="http://schemas.microsoft.com/office/drawing/2014/main" id="{52C7F04C-64BE-C844-8354-8CCE5965D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8" y="1968"/>
                <a:ext cx="275" cy="178"/>
              </a:xfrm>
              <a:custGeom>
                <a:avLst/>
                <a:gdLst/>
                <a:ahLst/>
                <a:cxnLst>
                  <a:cxn ang="0">
                    <a:pos x="49" y="9"/>
                  </a:cxn>
                  <a:cxn ang="0">
                    <a:pos x="81" y="32"/>
                  </a:cxn>
                  <a:cxn ang="0">
                    <a:pos x="133" y="15"/>
                  </a:cxn>
                  <a:cxn ang="0">
                    <a:pos x="199" y="12"/>
                  </a:cxn>
                  <a:cxn ang="0">
                    <a:pos x="216" y="84"/>
                  </a:cxn>
                  <a:cxn ang="0">
                    <a:pos x="95" y="150"/>
                  </a:cxn>
                  <a:cxn ang="0">
                    <a:pos x="32" y="118"/>
                  </a:cxn>
                  <a:cxn ang="0">
                    <a:pos x="9" y="81"/>
                  </a:cxn>
                  <a:cxn ang="0">
                    <a:pos x="29" y="63"/>
                  </a:cxn>
                  <a:cxn ang="0">
                    <a:pos x="6" y="29"/>
                  </a:cxn>
                  <a:cxn ang="0">
                    <a:pos x="49" y="9"/>
                  </a:cxn>
                </a:cxnLst>
                <a:rect l="0" t="0" r="r" b="b"/>
                <a:pathLst>
                  <a:path w="239" h="155">
                    <a:moveTo>
                      <a:pt x="49" y="9"/>
                    </a:moveTo>
                    <a:cubicBezTo>
                      <a:pt x="49" y="9"/>
                      <a:pt x="58" y="40"/>
                      <a:pt x="81" y="32"/>
                    </a:cubicBezTo>
                    <a:cubicBezTo>
                      <a:pt x="104" y="23"/>
                      <a:pt x="113" y="18"/>
                      <a:pt x="133" y="15"/>
                    </a:cubicBezTo>
                    <a:cubicBezTo>
                      <a:pt x="153" y="12"/>
                      <a:pt x="182" y="0"/>
                      <a:pt x="199" y="12"/>
                    </a:cubicBezTo>
                    <a:cubicBezTo>
                      <a:pt x="216" y="23"/>
                      <a:pt x="239" y="66"/>
                      <a:pt x="216" y="84"/>
                    </a:cubicBezTo>
                    <a:cubicBezTo>
                      <a:pt x="193" y="101"/>
                      <a:pt x="124" y="155"/>
                      <a:pt x="95" y="150"/>
                    </a:cubicBezTo>
                    <a:cubicBezTo>
                      <a:pt x="67" y="144"/>
                      <a:pt x="26" y="130"/>
                      <a:pt x="32" y="118"/>
                    </a:cubicBezTo>
                    <a:cubicBezTo>
                      <a:pt x="38" y="107"/>
                      <a:pt x="0" y="84"/>
                      <a:pt x="9" y="81"/>
                    </a:cubicBezTo>
                    <a:cubicBezTo>
                      <a:pt x="18" y="78"/>
                      <a:pt x="43" y="69"/>
                      <a:pt x="29" y="63"/>
                    </a:cubicBezTo>
                    <a:cubicBezTo>
                      <a:pt x="15" y="58"/>
                      <a:pt x="6" y="29"/>
                      <a:pt x="6" y="29"/>
                    </a:cubicBezTo>
                    <a:cubicBezTo>
                      <a:pt x="6" y="29"/>
                      <a:pt x="35" y="6"/>
                      <a:pt x="49" y="9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97" name="Freeform 27">
                <a:extLst>
                  <a:ext uri="{FF2B5EF4-FFF2-40B4-BE49-F238E27FC236}">
                    <a16:creationId xmlns:a16="http://schemas.microsoft.com/office/drawing/2014/main" id="{A00956FB-8902-9847-AA8C-FC51E52907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5" y="663"/>
                <a:ext cx="351" cy="432"/>
              </a:xfrm>
              <a:custGeom>
                <a:avLst/>
                <a:gdLst/>
                <a:ahLst/>
                <a:cxnLst>
                  <a:cxn ang="0">
                    <a:pos x="84" y="89"/>
                  </a:cxn>
                  <a:cxn ang="0">
                    <a:pos x="61" y="69"/>
                  </a:cxn>
                  <a:cxn ang="0">
                    <a:pos x="52" y="49"/>
                  </a:cxn>
                  <a:cxn ang="0">
                    <a:pos x="72" y="32"/>
                  </a:cxn>
                  <a:cxn ang="0">
                    <a:pos x="23" y="32"/>
                  </a:cxn>
                  <a:cxn ang="0">
                    <a:pos x="12" y="83"/>
                  </a:cxn>
                  <a:cxn ang="0">
                    <a:pos x="38" y="100"/>
                  </a:cxn>
                  <a:cxn ang="0">
                    <a:pos x="38" y="141"/>
                  </a:cxn>
                  <a:cxn ang="0">
                    <a:pos x="66" y="198"/>
                  </a:cxn>
                  <a:cxn ang="0">
                    <a:pos x="98" y="184"/>
                  </a:cxn>
                  <a:cxn ang="0">
                    <a:pos x="109" y="152"/>
                  </a:cxn>
                  <a:cxn ang="0">
                    <a:pos x="118" y="169"/>
                  </a:cxn>
                  <a:cxn ang="0">
                    <a:pos x="144" y="192"/>
                  </a:cxn>
                  <a:cxn ang="0">
                    <a:pos x="92" y="227"/>
                  </a:cxn>
                  <a:cxn ang="0">
                    <a:pos x="95" y="256"/>
                  </a:cxn>
                  <a:cxn ang="0">
                    <a:pos x="115" y="273"/>
                  </a:cxn>
                  <a:cxn ang="0">
                    <a:pos x="98" y="304"/>
                  </a:cxn>
                  <a:cxn ang="0">
                    <a:pos x="150" y="359"/>
                  </a:cxn>
                  <a:cxn ang="0">
                    <a:pos x="181" y="258"/>
                  </a:cxn>
                  <a:cxn ang="0">
                    <a:pos x="199" y="192"/>
                  </a:cxn>
                  <a:cxn ang="0">
                    <a:pos x="219" y="172"/>
                  </a:cxn>
                  <a:cxn ang="0">
                    <a:pos x="233" y="204"/>
                  </a:cxn>
                  <a:cxn ang="0">
                    <a:pos x="239" y="256"/>
                  </a:cxn>
                  <a:cxn ang="0">
                    <a:pos x="236" y="293"/>
                  </a:cxn>
                  <a:cxn ang="0">
                    <a:pos x="262" y="273"/>
                  </a:cxn>
                  <a:cxn ang="0">
                    <a:pos x="285" y="299"/>
                  </a:cxn>
                  <a:cxn ang="0">
                    <a:pos x="305" y="264"/>
                  </a:cxn>
                  <a:cxn ang="0">
                    <a:pos x="282" y="227"/>
                  </a:cxn>
                  <a:cxn ang="0">
                    <a:pos x="268" y="192"/>
                  </a:cxn>
                  <a:cxn ang="0">
                    <a:pos x="253" y="169"/>
                  </a:cxn>
                  <a:cxn ang="0">
                    <a:pos x="233" y="158"/>
                  </a:cxn>
                  <a:cxn ang="0">
                    <a:pos x="230" y="129"/>
                  </a:cxn>
                  <a:cxn ang="0">
                    <a:pos x="202" y="100"/>
                  </a:cxn>
                  <a:cxn ang="0">
                    <a:pos x="179" y="69"/>
                  </a:cxn>
                  <a:cxn ang="0">
                    <a:pos x="130" y="0"/>
                  </a:cxn>
                  <a:cxn ang="0">
                    <a:pos x="127" y="77"/>
                  </a:cxn>
                  <a:cxn ang="0">
                    <a:pos x="98" y="43"/>
                  </a:cxn>
                  <a:cxn ang="0">
                    <a:pos x="84" y="89"/>
                  </a:cxn>
                </a:cxnLst>
                <a:rect l="0" t="0" r="r" b="b"/>
                <a:pathLst>
                  <a:path w="305" h="376">
                    <a:moveTo>
                      <a:pt x="84" y="89"/>
                    </a:moveTo>
                    <a:cubicBezTo>
                      <a:pt x="61" y="69"/>
                      <a:pt x="61" y="69"/>
                      <a:pt x="61" y="69"/>
                    </a:cubicBezTo>
                    <a:cubicBezTo>
                      <a:pt x="61" y="69"/>
                      <a:pt x="43" y="49"/>
                      <a:pt x="52" y="49"/>
                    </a:cubicBezTo>
                    <a:cubicBezTo>
                      <a:pt x="61" y="49"/>
                      <a:pt x="72" y="32"/>
                      <a:pt x="72" y="32"/>
                    </a:cubicBezTo>
                    <a:cubicBezTo>
                      <a:pt x="23" y="32"/>
                      <a:pt x="23" y="32"/>
                      <a:pt x="23" y="32"/>
                    </a:cubicBezTo>
                    <a:cubicBezTo>
                      <a:pt x="23" y="32"/>
                      <a:pt x="0" y="77"/>
                      <a:pt x="12" y="83"/>
                    </a:cubicBezTo>
                    <a:cubicBezTo>
                      <a:pt x="23" y="89"/>
                      <a:pt x="38" y="89"/>
                      <a:pt x="38" y="100"/>
                    </a:cubicBezTo>
                    <a:cubicBezTo>
                      <a:pt x="38" y="112"/>
                      <a:pt x="26" y="126"/>
                      <a:pt x="38" y="141"/>
                    </a:cubicBezTo>
                    <a:cubicBezTo>
                      <a:pt x="49" y="155"/>
                      <a:pt x="46" y="198"/>
                      <a:pt x="66" y="198"/>
                    </a:cubicBezTo>
                    <a:cubicBezTo>
                      <a:pt x="86" y="198"/>
                      <a:pt x="95" y="195"/>
                      <a:pt x="98" y="184"/>
                    </a:cubicBezTo>
                    <a:cubicBezTo>
                      <a:pt x="101" y="172"/>
                      <a:pt x="101" y="152"/>
                      <a:pt x="109" y="152"/>
                    </a:cubicBezTo>
                    <a:cubicBezTo>
                      <a:pt x="118" y="152"/>
                      <a:pt x="118" y="158"/>
                      <a:pt x="118" y="169"/>
                    </a:cubicBezTo>
                    <a:cubicBezTo>
                      <a:pt x="118" y="181"/>
                      <a:pt x="144" y="192"/>
                      <a:pt x="144" y="192"/>
                    </a:cubicBezTo>
                    <a:cubicBezTo>
                      <a:pt x="144" y="192"/>
                      <a:pt x="95" y="218"/>
                      <a:pt x="92" y="227"/>
                    </a:cubicBezTo>
                    <a:cubicBezTo>
                      <a:pt x="89" y="235"/>
                      <a:pt x="84" y="258"/>
                      <a:pt x="95" y="256"/>
                    </a:cubicBezTo>
                    <a:cubicBezTo>
                      <a:pt x="107" y="253"/>
                      <a:pt x="121" y="264"/>
                      <a:pt x="115" y="273"/>
                    </a:cubicBezTo>
                    <a:cubicBezTo>
                      <a:pt x="109" y="281"/>
                      <a:pt x="98" y="304"/>
                      <a:pt x="98" y="304"/>
                    </a:cubicBezTo>
                    <a:cubicBezTo>
                      <a:pt x="98" y="304"/>
                      <a:pt x="141" y="376"/>
                      <a:pt x="150" y="359"/>
                    </a:cubicBezTo>
                    <a:cubicBezTo>
                      <a:pt x="158" y="342"/>
                      <a:pt x="173" y="267"/>
                      <a:pt x="181" y="258"/>
                    </a:cubicBezTo>
                    <a:cubicBezTo>
                      <a:pt x="190" y="250"/>
                      <a:pt x="199" y="192"/>
                      <a:pt x="199" y="192"/>
                    </a:cubicBezTo>
                    <a:cubicBezTo>
                      <a:pt x="219" y="172"/>
                      <a:pt x="219" y="172"/>
                      <a:pt x="219" y="172"/>
                    </a:cubicBezTo>
                    <a:cubicBezTo>
                      <a:pt x="219" y="172"/>
                      <a:pt x="228" y="189"/>
                      <a:pt x="233" y="204"/>
                    </a:cubicBezTo>
                    <a:cubicBezTo>
                      <a:pt x="239" y="218"/>
                      <a:pt x="239" y="244"/>
                      <a:pt x="239" y="256"/>
                    </a:cubicBezTo>
                    <a:cubicBezTo>
                      <a:pt x="239" y="267"/>
                      <a:pt x="236" y="293"/>
                      <a:pt x="236" y="293"/>
                    </a:cubicBezTo>
                    <a:cubicBezTo>
                      <a:pt x="262" y="273"/>
                      <a:pt x="262" y="273"/>
                      <a:pt x="262" y="273"/>
                    </a:cubicBezTo>
                    <a:cubicBezTo>
                      <a:pt x="262" y="273"/>
                      <a:pt x="277" y="304"/>
                      <a:pt x="285" y="299"/>
                    </a:cubicBezTo>
                    <a:cubicBezTo>
                      <a:pt x="294" y="293"/>
                      <a:pt x="305" y="264"/>
                      <a:pt x="305" y="264"/>
                    </a:cubicBezTo>
                    <a:cubicBezTo>
                      <a:pt x="305" y="264"/>
                      <a:pt x="282" y="235"/>
                      <a:pt x="282" y="227"/>
                    </a:cubicBezTo>
                    <a:cubicBezTo>
                      <a:pt x="282" y="218"/>
                      <a:pt x="268" y="201"/>
                      <a:pt x="268" y="192"/>
                    </a:cubicBezTo>
                    <a:cubicBezTo>
                      <a:pt x="268" y="184"/>
                      <a:pt x="262" y="169"/>
                      <a:pt x="253" y="169"/>
                    </a:cubicBezTo>
                    <a:cubicBezTo>
                      <a:pt x="245" y="169"/>
                      <a:pt x="228" y="169"/>
                      <a:pt x="233" y="158"/>
                    </a:cubicBezTo>
                    <a:cubicBezTo>
                      <a:pt x="239" y="146"/>
                      <a:pt x="239" y="135"/>
                      <a:pt x="230" y="129"/>
                    </a:cubicBezTo>
                    <a:cubicBezTo>
                      <a:pt x="222" y="123"/>
                      <a:pt x="202" y="100"/>
                      <a:pt x="202" y="100"/>
                    </a:cubicBezTo>
                    <a:cubicBezTo>
                      <a:pt x="202" y="100"/>
                      <a:pt x="179" y="77"/>
                      <a:pt x="179" y="69"/>
                    </a:cubicBezTo>
                    <a:cubicBezTo>
                      <a:pt x="179" y="60"/>
                      <a:pt x="130" y="0"/>
                      <a:pt x="130" y="0"/>
                    </a:cubicBezTo>
                    <a:cubicBezTo>
                      <a:pt x="127" y="77"/>
                      <a:pt x="127" y="77"/>
                      <a:pt x="127" y="77"/>
                    </a:cubicBezTo>
                    <a:cubicBezTo>
                      <a:pt x="98" y="43"/>
                      <a:pt x="98" y="43"/>
                      <a:pt x="98" y="43"/>
                    </a:cubicBezTo>
                    <a:lnTo>
                      <a:pt x="84" y="8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98" name="Freeform 28">
                <a:extLst>
                  <a:ext uri="{FF2B5EF4-FFF2-40B4-BE49-F238E27FC236}">
                    <a16:creationId xmlns:a16="http://schemas.microsoft.com/office/drawing/2014/main" id="{7263C95A-21D7-654E-8357-71637BEDF5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3" y="594"/>
                <a:ext cx="228" cy="176"/>
              </a:xfrm>
              <a:custGeom>
                <a:avLst/>
                <a:gdLst/>
                <a:ahLst/>
                <a:cxnLst>
                  <a:cxn ang="0">
                    <a:pos x="35" y="23"/>
                  </a:cxn>
                  <a:cxn ang="0">
                    <a:pos x="54" y="8"/>
                  </a:cxn>
                  <a:cxn ang="0">
                    <a:pos x="68" y="36"/>
                  </a:cxn>
                  <a:cxn ang="0">
                    <a:pos x="88" y="38"/>
                  </a:cxn>
                  <a:cxn ang="0">
                    <a:pos x="97" y="14"/>
                  </a:cxn>
                  <a:cxn ang="0">
                    <a:pos x="110" y="34"/>
                  </a:cxn>
                  <a:cxn ang="0">
                    <a:pos x="136" y="30"/>
                  </a:cxn>
                  <a:cxn ang="0">
                    <a:pos x="169" y="28"/>
                  </a:cxn>
                  <a:cxn ang="0">
                    <a:pos x="191" y="36"/>
                  </a:cxn>
                  <a:cxn ang="0">
                    <a:pos x="188" y="74"/>
                  </a:cxn>
                  <a:cxn ang="0">
                    <a:pos x="156" y="132"/>
                  </a:cxn>
                  <a:cxn ang="0">
                    <a:pos x="117" y="143"/>
                  </a:cxn>
                  <a:cxn ang="0">
                    <a:pos x="85" y="129"/>
                  </a:cxn>
                  <a:cxn ang="0">
                    <a:pos x="48" y="123"/>
                  </a:cxn>
                  <a:cxn ang="0">
                    <a:pos x="49" y="102"/>
                  </a:cxn>
                  <a:cxn ang="0">
                    <a:pos x="75" y="90"/>
                  </a:cxn>
                  <a:cxn ang="0">
                    <a:pos x="77" y="76"/>
                  </a:cxn>
                  <a:cxn ang="0">
                    <a:pos x="41" y="81"/>
                  </a:cxn>
                  <a:cxn ang="0">
                    <a:pos x="12" y="76"/>
                  </a:cxn>
                  <a:cxn ang="0">
                    <a:pos x="11" y="54"/>
                  </a:cxn>
                  <a:cxn ang="0">
                    <a:pos x="0" y="40"/>
                  </a:cxn>
                  <a:cxn ang="0">
                    <a:pos x="9" y="30"/>
                  </a:cxn>
                  <a:cxn ang="0">
                    <a:pos x="25" y="40"/>
                  </a:cxn>
                  <a:cxn ang="0">
                    <a:pos x="35" y="23"/>
                  </a:cxn>
                </a:cxnLst>
                <a:rect l="0" t="0" r="r" b="b"/>
                <a:pathLst>
                  <a:path w="198" h="153">
                    <a:moveTo>
                      <a:pt x="35" y="23"/>
                    </a:moveTo>
                    <a:cubicBezTo>
                      <a:pt x="35" y="23"/>
                      <a:pt x="49" y="0"/>
                      <a:pt x="54" y="8"/>
                    </a:cubicBezTo>
                    <a:cubicBezTo>
                      <a:pt x="58" y="17"/>
                      <a:pt x="62" y="30"/>
                      <a:pt x="68" y="36"/>
                    </a:cubicBezTo>
                    <a:cubicBezTo>
                      <a:pt x="74" y="41"/>
                      <a:pt x="85" y="47"/>
                      <a:pt x="88" y="38"/>
                    </a:cubicBezTo>
                    <a:cubicBezTo>
                      <a:pt x="91" y="30"/>
                      <a:pt x="91" y="13"/>
                      <a:pt x="97" y="14"/>
                    </a:cubicBezTo>
                    <a:cubicBezTo>
                      <a:pt x="103" y="15"/>
                      <a:pt x="103" y="31"/>
                      <a:pt x="110" y="34"/>
                    </a:cubicBezTo>
                    <a:cubicBezTo>
                      <a:pt x="117" y="37"/>
                      <a:pt x="129" y="36"/>
                      <a:pt x="136" y="30"/>
                    </a:cubicBezTo>
                    <a:cubicBezTo>
                      <a:pt x="143" y="24"/>
                      <a:pt x="159" y="23"/>
                      <a:pt x="169" y="28"/>
                    </a:cubicBezTo>
                    <a:cubicBezTo>
                      <a:pt x="179" y="34"/>
                      <a:pt x="183" y="34"/>
                      <a:pt x="191" y="36"/>
                    </a:cubicBezTo>
                    <a:cubicBezTo>
                      <a:pt x="198" y="37"/>
                      <a:pt x="193" y="57"/>
                      <a:pt x="188" y="74"/>
                    </a:cubicBezTo>
                    <a:cubicBezTo>
                      <a:pt x="182" y="92"/>
                      <a:pt x="162" y="123"/>
                      <a:pt x="156" y="132"/>
                    </a:cubicBezTo>
                    <a:cubicBezTo>
                      <a:pt x="150" y="140"/>
                      <a:pt x="124" y="153"/>
                      <a:pt x="117" y="143"/>
                    </a:cubicBezTo>
                    <a:cubicBezTo>
                      <a:pt x="110" y="133"/>
                      <a:pt x="93" y="127"/>
                      <a:pt x="85" y="129"/>
                    </a:cubicBezTo>
                    <a:cubicBezTo>
                      <a:pt x="78" y="130"/>
                      <a:pt x="49" y="130"/>
                      <a:pt x="48" y="123"/>
                    </a:cubicBezTo>
                    <a:cubicBezTo>
                      <a:pt x="47" y="116"/>
                      <a:pt x="42" y="103"/>
                      <a:pt x="49" y="102"/>
                    </a:cubicBezTo>
                    <a:cubicBezTo>
                      <a:pt x="57" y="100"/>
                      <a:pt x="71" y="92"/>
                      <a:pt x="75" y="90"/>
                    </a:cubicBezTo>
                    <a:cubicBezTo>
                      <a:pt x="80" y="89"/>
                      <a:pt x="81" y="74"/>
                      <a:pt x="77" y="76"/>
                    </a:cubicBezTo>
                    <a:cubicBezTo>
                      <a:pt x="72" y="77"/>
                      <a:pt x="54" y="81"/>
                      <a:pt x="41" y="81"/>
                    </a:cubicBezTo>
                    <a:cubicBezTo>
                      <a:pt x="28" y="81"/>
                      <a:pt x="15" y="81"/>
                      <a:pt x="12" y="76"/>
                    </a:cubicBezTo>
                    <a:cubicBezTo>
                      <a:pt x="9" y="70"/>
                      <a:pt x="15" y="61"/>
                      <a:pt x="11" y="54"/>
                    </a:cubicBezTo>
                    <a:cubicBezTo>
                      <a:pt x="6" y="47"/>
                      <a:pt x="0" y="44"/>
                      <a:pt x="0" y="40"/>
                    </a:cubicBezTo>
                    <a:cubicBezTo>
                      <a:pt x="0" y="36"/>
                      <a:pt x="2" y="27"/>
                      <a:pt x="9" y="30"/>
                    </a:cubicBezTo>
                    <a:cubicBezTo>
                      <a:pt x="16" y="33"/>
                      <a:pt x="25" y="40"/>
                      <a:pt x="25" y="40"/>
                    </a:cubicBezTo>
                    <a:lnTo>
                      <a:pt x="35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99" name="Freeform 29">
                <a:extLst>
                  <a:ext uri="{FF2B5EF4-FFF2-40B4-BE49-F238E27FC236}">
                    <a16:creationId xmlns:a16="http://schemas.microsoft.com/office/drawing/2014/main" id="{5760D8E4-557B-E84D-A48D-FF8CDE5EA3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8" y="519"/>
                <a:ext cx="183" cy="136"/>
              </a:xfrm>
              <a:custGeom>
                <a:avLst/>
                <a:gdLst/>
                <a:ahLst/>
                <a:cxnLst>
                  <a:cxn ang="0">
                    <a:pos x="8" y="28"/>
                  </a:cxn>
                  <a:cxn ang="0">
                    <a:pos x="45" y="11"/>
                  </a:cxn>
                  <a:cxn ang="0">
                    <a:pos x="84" y="11"/>
                  </a:cxn>
                  <a:cxn ang="0">
                    <a:pos x="108" y="20"/>
                  </a:cxn>
                  <a:cxn ang="0">
                    <a:pos x="142" y="2"/>
                  </a:cxn>
                  <a:cxn ang="0">
                    <a:pos x="151" y="20"/>
                  </a:cxn>
                  <a:cxn ang="0">
                    <a:pos x="144" y="46"/>
                  </a:cxn>
                  <a:cxn ang="0">
                    <a:pos x="125" y="65"/>
                  </a:cxn>
                  <a:cxn ang="0">
                    <a:pos x="92" y="110"/>
                  </a:cxn>
                  <a:cxn ang="0">
                    <a:pos x="60" y="82"/>
                  </a:cxn>
                  <a:cxn ang="0">
                    <a:pos x="73" y="52"/>
                  </a:cxn>
                  <a:cxn ang="0">
                    <a:pos x="45" y="56"/>
                  </a:cxn>
                  <a:cxn ang="0">
                    <a:pos x="4" y="54"/>
                  </a:cxn>
                  <a:cxn ang="0">
                    <a:pos x="8" y="28"/>
                  </a:cxn>
                </a:cxnLst>
                <a:rect l="0" t="0" r="r" b="b"/>
                <a:pathLst>
                  <a:path w="159" h="119">
                    <a:moveTo>
                      <a:pt x="8" y="28"/>
                    </a:moveTo>
                    <a:cubicBezTo>
                      <a:pt x="8" y="28"/>
                      <a:pt x="32" y="11"/>
                      <a:pt x="45" y="11"/>
                    </a:cubicBezTo>
                    <a:cubicBezTo>
                      <a:pt x="58" y="11"/>
                      <a:pt x="73" y="7"/>
                      <a:pt x="84" y="11"/>
                    </a:cubicBezTo>
                    <a:cubicBezTo>
                      <a:pt x="95" y="15"/>
                      <a:pt x="97" y="24"/>
                      <a:pt x="108" y="20"/>
                    </a:cubicBezTo>
                    <a:cubicBezTo>
                      <a:pt x="118" y="15"/>
                      <a:pt x="131" y="0"/>
                      <a:pt x="142" y="2"/>
                    </a:cubicBezTo>
                    <a:cubicBezTo>
                      <a:pt x="153" y="5"/>
                      <a:pt x="142" y="13"/>
                      <a:pt x="151" y="20"/>
                    </a:cubicBezTo>
                    <a:cubicBezTo>
                      <a:pt x="159" y="26"/>
                      <a:pt x="155" y="41"/>
                      <a:pt x="144" y="46"/>
                    </a:cubicBezTo>
                    <a:cubicBezTo>
                      <a:pt x="133" y="50"/>
                      <a:pt x="123" y="58"/>
                      <a:pt x="125" y="65"/>
                    </a:cubicBezTo>
                    <a:cubicBezTo>
                      <a:pt x="127" y="71"/>
                      <a:pt x="110" y="119"/>
                      <a:pt x="92" y="110"/>
                    </a:cubicBezTo>
                    <a:cubicBezTo>
                      <a:pt x="75" y="102"/>
                      <a:pt x="51" y="89"/>
                      <a:pt x="60" y="82"/>
                    </a:cubicBezTo>
                    <a:cubicBezTo>
                      <a:pt x="69" y="76"/>
                      <a:pt x="82" y="54"/>
                      <a:pt x="73" y="52"/>
                    </a:cubicBezTo>
                    <a:cubicBezTo>
                      <a:pt x="64" y="50"/>
                      <a:pt x="51" y="50"/>
                      <a:pt x="45" y="56"/>
                    </a:cubicBezTo>
                    <a:cubicBezTo>
                      <a:pt x="38" y="63"/>
                      <a:pt x="2" y="61"/>
                      <a:pt x="4" y="54"/>
                    </a:cubicBezTo>
                    <a:cubicBezTo>
                      <a:pt x="6" y="48"/>
                      <a:pt x="0" y="28"/>
                      <a:pt x="8" y="28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00" name="Freeform 30">
                <a:extLst>
                  <a:ext uri="{FF2B5EF4-FFF2-40B4-BE49-F238E27FC236}">
                    <a16:creationId xmlns:a16="http://schemas.microsoft.com/office/drawing/2014/main" id="{FDF39C63-6F10-F74A-861F-394310D3C2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79" y="604"/>
                <a:ext cx="56" cy="33"/>
              </a:xfrm>
              <a:custGeom>
                <a:avLst/>
                <a:gdLst/>
                <a:ahLst/>
                <a:cxnLst>
                  <a:cxn ang="0">
                    <a:pos x="11" y="23"/>
                  </a:cxn>
                  <a:cxn ang="0">
                    <a:pos x="39" y="25"/>
                  </a:cxn>
                  <a:cxn ang="0">
                    <a:pos x="39" y="2"/>
                  </a:cxn>
                  <a:cxn ang="0">
                    <a:pos x="11" y="23"/>
                  </a:cxn>
                </a:cxnLst>
                <a:rect l="0" t="0" r="r" b="b"/>
                <a:pathLst>
                  <a:path w="49" h="29">
                    <a:moveTo>
                      <a:pt x="11" y="23"/>
                    </a:moveTo>
                    <a:cubicBezTo>
                      <a:pt x="18" y="29"/>
                      <a:pt x="32" y="28"/>
                      <a:pt x="39" y="25"/>
                    </a:cubicBezTo>
                    <a:cubicBezTo>
                      <a:pt x="45" y="23"/>
                      <a:pt x="49" y="4"/>
                      <a:pt x="39" y="2"/>
                    </a:cubicBezTo>
                    <a:cubicBezTo>
                      <a:pt x="28" y="0"/>
                      <a:pt x="0" y="15"/>
                      <a:pt x="11" y="23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01" name="Freeform 31">
                <a:extLst>
                  <a:ext uri="{FF2B5EF4-FFF2-40B4-BE49-F238E27FC236}">
                    <a16:creationId xmlns:a16="http://schemas.microsoft.com/office/drawing/2014/main" id="{D720EE5A-304D-554E-AC14-71968A17BA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6" y="551"/>
                <a:ext cx="137" cy="98"/>
              </a:xfrm>
              <a:custGeom>
                <a:avLst/>
                <a:gdLst/>
                <a:ahLst/>
                <a:cxnLst>
                  <a:cxn ang="0">
                    <a:pos x="20" y="28"/>
                  </a:cxn>
                  <a:cxn ang="0">
                    <a:pos x="59" y="58"/>
                  </a:cxn>
                  <a:cxn ang="0">
                    <a:pos x="76" y="80"/>
                  </a:cxn>
                  <a:cxn ang="0">
                    <a:pos x="89" y="74"/>
                  </a:cxn>
                  <a:cxn ang="0">
                    <a:pos x="119" y="61"/>
                  </a:cxn>
                  <a:cxn ang="0">
                    <a:pos x="108" y="33"/>
                  </a:cxn>
                  <a:cxn ang="0">
                    <a:pos x="84" y="39"/>
                  </a:cxn>
                  <a:cxn ang="0">
                    <a:pos x="20" y="28"/>
                  </a:cxn>
                </a:cxnLst>
                <a:rect l="0" t="0" r="r" b="b"/>
                <a:pathLst>
                  <a:path w="119" h="86">
                    <a:moveTo>
                      <a:pt x="20" y="28"/>
                    </a:moveTo>
                    <a:cubicBezTo>
                      <a:pt x="20" y="28"/>
                      <a:pt x="50" y="46"/>
                      <a:pt x="59" y="58"/>
                    </a:cubicBezTo>
                    <a:cubicBezTo>
                      <a:pt x="67" y="71"/>
                      <a:pt x="63" y="86"/>
                      <a:pt x="76" y="80"/>
                    </a:cubicBezTo>
                    <a:cubicBezTo>
                      <a:pt x="89" y="74"/>
                      <a:pt x="67" y="71"/>
                      <a:pt x="89" y="74"/>
                    </a:cubicBezTo>
                    <a:cubicBezTo>
                      <a:pt x="110" y="76"/>
                      <a:pt x="119" y="61"/>
                      <a:pt x="119" y="61"/>
                    </a:cubicBezTo>
                    <a:cubicBezTo>
                      <a:pt x="119" y="61"/>
                      <a:pt x="115" y="33"/>
                      <a:pt x="108" y="33"/>
                    </a:cubicBezTo>
                    <a:cubicBezTo>
                      <a:pt x="102" y="33"/>
                      <a:pt x="95" y="41"/>
                      <a:pt x="84" y="39"/>
                    </a:cubicBezTo>
                    <a:cubicBezTo>
                      <a:pt x="74" y="37"/>
                      <a:pt x="0" y="0"/>
                      <a:pt x="20" y="28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02" name="Freeform 32">
                <a:extLst>
                  <a:ext uri="{FF2B5EF4-FFF2-40B4-BE49-F238E27FC236}">
                    <a16:creationId xmlns:a16="http://schemas.microsoft.com/office/drawing/2014/main" id="{2BE4316E-8FAB-8D40-9F87-202E545563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" y="489"/>
                <a:ext cx="77" cy="115"/>
              </a:xfrm>
              <a:custGeom>
                <a:avLst/>
                <a:gdLst/>
                <a:ahLst/>
                <a:cxnLst>
                  <a:cxn ang="0">
                    <a:pos x="17" y="52"/>
                  </a:cxn>
                  <a:cxn ang="0">
                    <a:pos x="21" y="97"/>
                  </a:cxn>
                  <a:cxn ang="0">
                    <a:pos x="49" y="93"/>
                  </a:cxn>
                  <a:cxn ang="0">
                    <a:pos x="54" y="56"/>
                  </a:cxn>
                  <a:cxn ang="0">
                    <a:pos x="62" y="37"/>
                  </a:cxn>
                  <a:cxn ang="0">
                    <a:pos x="54" y="11"/>
                  </a:cxn>
                  <a:cxn ang="0">
                    <a:pos x="30" y="11"/>
                  </a:cxn>
                  <a:cxn ang="0">
                    <a:pos x="17" y="52"/>
                  </a:cxn>
                </a:cxnLst>
                <a:rect l="0" t="0" r="r" b="b"/>
                <a:pathLst>
                  <a:path w="67" h="100">
                    <a:moveTo>
                      <a:pt x="17" y="52"/>
                    </a:moveTo>
                    <a:cubicBezTo>
                      <a:pt x="17" y="52"/>
                      <a:pt x="6" y="95"/>
                      <a:pt x="21" y="97"/>
                    </a:cubicBezTo>
                    <a:cubicBezTo>
                      <a:pt x="37" y="100"/>
                      <a:pt x="49" y="93"/>
                      <a:pt x="49" y="93"/>
                    </a:cubicBezTo>
                    <a:cubicBezTo>
                      <a:pt x="49" y="93"/>
                      <a:pt x="41" y="61"/>
                      <a:pt x="54" y="56"/>
                    </a:cubicBezTo>
                    <a:cubicBezTo>
                      <a:pt x="67" y="52"/>
                      <a:pt x="62" y="37"/>
                      <a:pt x="62" y="37"/>
                    </a:cubicBezTo>
                    <a:cubicBezTo>
                      <a:pt x="62" y="37"/>
                      <a:pt x="65" y="18"/>
                      <a:pt x="54" y="11"/>
                    </a:cubicBezTo>
                    <a:cubicBezTo>
                      <a:pt x="43" y="5"/>
                      <a:pt x="21" y="0"/>
                      <a:pt x="30" y="11"/>
                    </a:cubicBezTo>
                    <a:cubicBezTo>
                      <a:pt x="39" y="22"/>
                      <a:pt x="0" y="35"/>
                      <a:pt x="17" y="52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03" name="Freeform 33">
                <a:extLst>
                  <a:ext uri="{FF2B5EF4-FFF2-40B4-BE49-F238E27FC236}">
                    <a16:creationId xmlns:a16="http://schemas.microsoft.com/office/drawing/2014/main" id="{42B3F41D-8154-4743-BB0C-B18CFF900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42" y="425"/>
                <a:ext cx="74" cy="128"/>
              </a:xfrm>
              <a:custGeom>
                <a:avLst/>
                <a:gdLst/>
                <a:ahLst/>
                <a:cxnLst>
                  <a:cxn ang="0">
                    <a:pos x="15" y="67"/>
                  </a:cxn>
                  <a:cxn ang="0">
                    <a:pos x="30" y="93"/>
                  </a:cxn>
                  <a:cxn ang="0">
                    <a:pos x="45" y="97"/>
                  </a:cxn>
                  <a:cxn ang="0">
                    <a:pos x="54" y="69"/>
                  </a:cxn>
                  <a:cxn ang="0">
                    <a:pos x="62" y="28"/>
                  </a:cxn>
                  <a:cxn ang="0">
                    <a:pos x="45" y="9"/>
                  </a:cxn>
                  <a:cxn ang="0">
                    <a:pos x="15" y="67"/>
                  </a:cxn>
                </a:cxnLst>
                <a:rect l="0" t="0" r="r" b="b"/>
                <a:pathLst>
                  <a:path w="64" h="112">
                    <a:moveTo>
                      <a:pt x="15" y="67"/>
                    </a:moveTo>
                    <a:cubicBezTo>
                      <a:pt x="15" y="67"/>
                      <a:pt x="28" y="80"/>
                      <a:pt x="30" y="93"/>
                    </a:cubicBezTo>
                    <a:cubicBezTo>
                      <a:pt x="32" y="106"/>
                      <a:pt x="45" y="112"/>
                      <a:pt x="45" y="97"/>
                    </a:cubicBezTo>
                    <a:cubicBezTo>
                      <a:pt x="45" y="82"/>
                      <a:pt x="43" y="69"/>
                      <a:pt x="54" y="69"/>
                    </a:cubicBezTo>
                    <a:cubicBezTo>
                      <a:pt x="64" y="69"/>
                      <a:pt x="62" y="41"/>
                      <a:pt x="62" y="28"/>
                    </a:cubicBezTo>
                    <a:cubicBezTo>
                      <a:pt x="62" y="16"/>
                      <a:pt x="49" y="0"/>
                      <a:pt x="45" y="9"/>
                    </a:cubicBezTo>
                    <a:cubicBezTo>
                      <a:pt x="41" y="18"/>
                      <a:pt x="0" y="41"/>
                      <a:pt x="15" y="67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04" name="Freeform 34">
                <a:extLst>
                  <a:ext uri="{FF2B5EF4-FFF2-40B4-BE49-F238E27FC236}">
                    <a16:creationId xmlns:a16="http://schemas.microsoft.com/office/drawing/2014/main" id="{D2C4DDFC-25D0-7044-823F-6DB382241A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03" y="371"/>
                <a:ext cx="160" cy="205"/>
              </a:xfrm>
              <a:custGeom>
                <a:avLst/>
                <a:gdLst/>
                <a:ahLst/>
                <a:cxnLst>
                  <a:cxn ang="0">
                    <a:pos x="46" y="142"/>
                  </a:cxn>
                  <a:cxn ang="0">
                    <a:pos x="80" y="157"/>
                  </a:cxn>
                  <a:cxn ang="0">
                    <a:pos x="108" y="164"/>
                  </a:cxn>
                  <a:cxn ang="0">
                    <a:pos x="123" y="134"/>
                  </a:cxn>
                  <a:cxn ang="0">
                    <a:pos x="123" y="108"/>
                  </a:cxn>
                  <a:cxn ang="0">
                    <a:pos x="113" y="73"/>
                  </a:cxn>
                  <a:cxn ang="0">
                    <a:pos x="126" y="56"/>
                  </a:cxn>
                  <a:cxn ang="0">
                    <a:pos x="134" y="39"/>
                  </a:cxn>
                  <a:cxn ang="0">
                    <a:pos x="113" y="15"/>
                  </a:cxn>
                  <a:cxn ang="0">
                    <a:pos x="72" y="67"/>
                  </a:cxn>
                  <a:cxn ang="0">
                    <a:pos x="46" y="142"/>
                  </a:cxn>
                </a:cxnLst>
                <a:rect l="0" t="0" r="r" b="b"/>
                <a:pathLst>
                  <a:path w="139" h="179">
                    <a:moveTo>
                      <a:pt x="46" y="142"/>
                    </a:moveTo>
                    <a:cubicBezTo>
                      <a:pt x="46" y="142"/>
                      <a:pt x="67" y="149"/>
                      <a:pt x="80" y="157"/>
                    </a:cubicBezTo>
                    <a:cubicBezTo>
                      <a:pt x="93" y="166"/>
                      <a:pt x="113" y="179"/>
                      <a:pt x="108" y="164"/>
                    </a:cubicBezTo>
                    <a:cubicBezTo>
                      <a:pt x="104" y="149"/>
                      <a:pt x="117" y="142"/>
                      <a:pt x="123" y="134"/>
                    </a:cubicBezTo>
                    <a:cubicBezTo>
                      <a:pt x="130" y="125"/>
                      <a:pt x="123" y="114"/>
                      <a:pt x="123" y="108"/>
                    </a:cubicBezTo>
                    <a:cubicBezTo>
                      <a:pt x="123" y="101"/>
                      <a:pt x="108" y="80"/>
                      <a:pt x="113" y="73"/>
                    </a:cubicBezTo>
                    <a:cubicBezTo>
                      <a:pt x="117" y="67"/>
                      <a:pt x="113" y="50"/>
                      <a:pt x="126" y="56"/>
                    </a:cubicBezTo>
                    <a:cubicBezTo>
                      <a:pt x="139" y="62"/>
                      <a:pt x="136" y="54"/>
                      <a:pt x="134" y="39"/>
                    </a:cubicBezTo>
                    <a:cubicBezTo>
                      <a:pt x="132" y="24"/>
                      <a:pt x="119" y="0"/>
                      <a:pt x="113" y="15"/>
                    </a:cubicBezTo>
                    <a:cubicBezTo>
                      <a:pt x="106" y="30"/>
                      <a:pt x="83" y="58"/>
                      <a:pt x="72" y="67"/>
                    </a:cubicBezTo>
                    <a:cubicBezTo>
                      <a:pt x="61" y="75"/>
                      <a:pt x="0" y="116"/>
                      <a:pt x="46" y="142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05" name="Freeform 35">
                <a:extLst>
                  <a:ext uri="{FF2B5EF4-FFF2-40B4-BE49-F238E27FC236}">
                    <a16:creationId xmlns:a16="http://schemas.microsoft.com/office/drawing/2014/main" id="{E64DD46E-6045-2140-8F41-A32016383E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57" y="433"/>
                <a:ext cx="253" cy="405"/>
              </a:xfrm>
              <a:custGeom>
                <a:avLst/>
                <a:gdLst/>
                <a:ahLst/>
                <a:cxnLst>
                  <a:cxn ang="0">
                    <a:pos x="90" y="65"/>
                  </a:cxn>
                  <a:cxn ang="0">
                    <a:pos x="116" y="19"/>
                  </a:cxn>
                  <a:cxn ang="0">
                    <a:pos x="144" y="75"/>
                  </a:cxn>
                  <a:cxn ang="0">
                    <a:pos x="170" y="110"/>
                  </a:cxn>
                  <a:cxn ang="0">
                    <a:pos x="151" y="149"/>
                  </a:cxn>
                  <a:cxn ang="0">
                    <a:pos x="129" y="170"/>
                  </a:cxn>
                  <a:cxn ang="0">
                    <a:pos x="106" y="181"/>
                  </a:cxn>
                  <a:cxn ang="0">
                    <a:pos x="138" y="189"/>
                  </a:cxn>
                  <a:cxn ang="0">
                    <a:pos x="166" y="189"/>
                  </a:cxn>
                  <a:cxn ang="0">
                    <a:pos x="170" y="220"/>
                  </a:cxn>
                  <a:cxn ang="0">
                    <a:pos x="203" y="215"/>
                  </a:cxn>
                  <a:cxn ang="0">
                    <a:pos x="211" y="243"/>
                  </a:cxn>
                  <a:cxn ang="0">
                    <a:pos x="201" y="284"/>
                  </a:cxn>
                  <a:cxn ang="0">
                    <a:pos x="209" y="323"/>
                  </a:cxn>
                  <a:cxn ang="0">
                    <a:pos x="192" y="349"/>
                  </a:cxn>
                  <a:cxn ang="0">
                    <a:pos x="140" y="327"/>
                  </a:cxn>
                  <a:cxn ang="0">
                    <a:pos x="99" y="291"/>
                  </a:cxn>
                  <a:cxn ang="0">
                    <a:pos x="62" y="254"/>
                  </a:cxn>
                  <a:cxn ang="0">
                    <a:pos x="19" y="222"/>
                  </a:cxn>
                  <a:cxn ang="0">
                    <a:pos x="21" y="185"/>
                  </a:cxn>
                  <a:cxn ang="0">
                    <a:pos x="54" y="181"/>
                  </a:cxn>
                  <a:cxn ang="0">
                    <a:pos x="43" y="142"/>
                  </a:cxn>
                  <a:cxn ang="0">
                    <a:pos x="58" y="99"/>
                  </a:cxn>
                  <a:cxn ang="0">
                    <a:pos x="90" y="65"/>
                  </a:cxn>
                </a:cxnLst>
                <a:rect l="0" t="0" r="r" b="b"/>
                <a:pathLst>
                  <a:path w="220" h="353">
                    <a:moveTo>
                      <a:pt x="90" y="65"/>
                    </a:moveTo>
                    <a:cubicBezTo>
                      <a:pt x="90" y="65"/>
                      <a:pt x="95" y="0"/>
                      <a:pt x="116" y="19"/>
                    </a:cubicBezTo>
                    <a:cubicBezTo>
                      <a:pt x="138" y="39"/>
                      <a:pt x="118" y="58"/>
                      <a:pt x="144" y="75"/>
                    </a:cubicBezTo>
                    <a:cubicBezTo>
                      <a:pt x="170" y="93"/>
                      <a:pt x="179" y="99"/>
                      <a:pt x="170" y="110"/>
                    </a:cubicBezTo>
                    <a:cubicBezTo>
                      <a:pt x="162" y="121"/>
                      <a:pt x="153" y="138"/>
                      <a:pt x="151" y="149"/>
                    </a:cubicBezTo>
                    <a:cubicBezTo>
                      <a:pt x="149" y="159"/>
                      <a:pt x="144" y="170"/>
                      <a:pt x="129" y="170"/>
                    </a:cubicBezTo>
                    <a:cubicBezTo>
                      <a:pt x="114" y="170"/>
                      <a:pt x="93" y="170"/>
                      <a:pt x="106" y="181"/>
                    </a:cubicBezTo>
                    <a:cubicBezTo>
                      <a:pt x="118" y="192"/>
                      <a:pt x="121" y="194"/>
                      <a:pt x="138" y="189"/>
                    </a:cubicBezTo>
                    <a:cubicBezTo>
                      <a:pt x="155" y="185"/>
                      <a:pt x="166" y="174"/>
                      <a:pt x="166" y="189"/>
                    </a:cubicBezTo>
                    <a:cubicBezTo>
                      <a:pt x="166" y="205"/>
                      <a:pt x="153" y="222"/>
                      <a:pt x="170" y="220"/>
                    </a:cubicBezTo>
                    <a:cubicBezTo>
                      <a:pt x="188" y="217"/>
                      <a:pt x="185" y="207"/>
                      <a:pt x="203" y="215"/>
                    </a:cubicBezTo>
                    <a:cubicBezTo>
                      <a:pt x="220" y="224"/>
                      <a:pt x="216" y="226"/>
                      <a:pt x="211" y="243"/>
                    </a:cubicBezTo>
                    <a:cubicBezTo>
                      <a:pt x="207" y="261"/>
                      <a:pt x="203" y="269"/>
                      <a:pt x="201" y="284"/>
                    </a:cubicBezTo>
                    <a:cubicBezTo>
                      <a:pt x="198" y="299"/>
                      <a:pt x="209" y="312"/>
                      <a:pt x="209" y="323"/>
                    </a:cubicBezTo>
                    <a:cubicBezTo>
                      <a:pt x="209" y="334"/>
                      <a:pt x="205" y="353"/>
                      <a:pt x="192" y="349"/>
                    </a:cubicBezTo>
                    <a:cubicBezTo>
                      <a:pt x="179" y="345"/>
                      <a:pt x="147" y="338"/>
                      <a:pt x="140" y="327"/>
                    </a:cubicBezTo>
                    <a:cubicBezTo>
                      <a:pt x="134" y="317"/>
                      <a:pt x="112" y="297"/>
                      <a:pt x="99" y="291"/>
                    </a:cubicBezTo>
                    <a:cubicBezTo>
                      <a:pt x="86" y="284"/>
                      <a:pt x="75" y="263"/>
                      <a:pt x="62" y="254"/>
                    </a:cubicBezTo>
                    <a:cubicBezTo>
                      <a:pt x="49" y="245"/>
                      <a:pt x="28" y="239"/>
                      <a:pt x="19" y="222"/>
                    </a:cubicBezTo>
                    <a:cubicBezTo>
                      <a:pt x="10" y="205"/>
                      <a:pt x="0" y="185"/>
                      <a:pt x="21" y="185"/>
                    </a:cubicBezTo>
                    <a:cubicBezTo>
                      <a:pt x="43" y="185"/>
                      <a:pt x="58" y="192"/>
                      <a:pt x="54" y="181"/>
                    </a:cubicBezTo>
                    <a:cubicBezTo>
                      <a:pt x="49" y="170"/>
                      <a:pt x="41" y="149"/>
                      <a:pt x="43" y="142"/>
                    </a:cubicBezTo>
                    <a:cubicBezTo>
                      <a:pt x="45" y="136"/>
                      <a:pt x="58" y="110"/>
                      <a:pt x="58" y="99"/>
                    </a:cubicBezTo>
                    <a:cubicBezTo>
                      <a:pt x="58" y="88"/>
                      <a:pt x="77" y="60"/>
                      <a:pt x="90" y="65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06" name="Freeform 36">
                <a:extLst>
                  <a:ext uri="{FF2B5EF4-FFF2-40B4-BE49-F238E27FC236}">
                    <a16:creationId xmlns:a16="http://schemas.microsoft.com/office/drawing/2014/main" id="{455A6285-ED7D-7247-AA59-541B30996B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3" y="756"/>
                <a:ext cx="176" cy="198"/>
              </a:xfrm>
              <a:custGeom>
                <a:avLst/>
                <a:gdLst/>
                <a:ahLst/>
                <a:cxnLst>
                  <a:cxn ang="0">
                    <a:pos x="49" y="2"/>
                  </a:cxn>
                  <a:cxn ang="0">
                    <a:pos x="80" y="17"/>
                  </a:cxn>
                  <a:cxn ang="0">
                    <a:pos x="106" y="56"/>
                  </a:cxn>
                  <a:cxn ang="0">
                    <a:pos x="125" y="114"/>
                  </a:cxn>
                  <a:cxn ang="0">
                    <a:pos x="49" y="138"/>
                  </a:cxn>
                  <a:cxn ang="0">
                    <a:pos x="4" y="157"/>
                  </a:cxn>
                  <a:cxn ang="0">
                    <a:pos x="21" y="82"/>
                  </a:cxn>
                  <a:cxn ang="0">
                    <a:pos x="49" y="2"/>
                  </a:cxn>
                </a:cxnLst>
                <a:rect l="0" t="0" r="r" b="b"/>
                <a:pathLst>
                  <a:path w="153" h="172">
                    <a:moveTo>
                      <a:pt x="49" y="2"/>
                    </a:moveTo>
                    <a:cubicBezTo>
                      <a:pt x="49" y="2"/>
                      <a:pt x="69" y="7"/>
                      <a:pt x="80" y="17"/>
                    </a:cubicBezTo>
                    <a:cubicBezTo>
                      <a:pt x="91" y="28"/>
                      <a:pt x="91" y="37"/>
                      <a:pt x="106" y="56"/>
                    </a:cubicBezTo>
                    <a:cubicBezTo>
                      <a:pt x="121" y="75"/>
                      <a:pt x="153" y="106"/>
                      <a:pt x="125" y="114"/>
                    </a:cubicBezTo>
                    <a:cubicBezTo>
                      <a:pt x="97" y="123"/>
                      <a:pt x="58" y="131"/>
                      <a:pt x="49" y="138"/>
                    </a:cubicBezTo>
                    <a:cubicBezTo>
                      <a:pt x="41" y="144"/>
                      <a:pt x="8" y="172"/>
                      <a:pt x="4" y="157"/>
                    </a:cubicBezTo>
                    <a:cubicBezTo>
                      <a:pt x="0" y="142"/>
                      <a:pt x="17" y="97"/>
                      <a:pt x="21" y="82"/>
                    </a:cubicBezTo>
                    <a:cubicBezTo>
                      <a:pt x="26" y="67"/>
                      <a:pt x="30" y="0"/>
                      <a:pt x="49" y="2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07" name="Freeform 37">
                <a:extLst>
                  <a:ext uri="{FF2B5EF4-FFF2-40B4-BE49-F238E27FC236}">
                    <a16:creationId xmlns:a16="http://schemas.microsoft.com/office/drawing/2014/main" id="{FE4C121D-F27A-514A-B094-46B1679DC9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35" y="1146"/>
                <a:ext cx="201" cy="167"/>
              </a:xfrm>
              <a:custGeom>
                <a:avLst/>
                <a:gdLst/>
                <a:ahLst/>
                <a:cxnLst>
                  <a:cxn ang="0">
                    <a:pos x="16" y="26"/>
                  </a:cxn>
                  <a:cxn ang="0">
                    <a:pos x="24" y="128"/>
                  </a:cxn>
                  <a:cxn ang="0">
                    <a:pos x="67" y="128"/>
                  </a:cxn>
                  <a:cxn ang="0">
                    <a:pos x="95" y="132"/>
                  </a:cxn>
                  <a:cxn ang="0">
                    <a:pos x="115" y="121"/>
                  </a:cxn>
                  <a:cxn ang="0">
                    <a:pos x="143" y="117"/>
                  </a:cxn>
                  <a:cxn ang="0">
                    <a:pos x="158" y="104"/>
                  </a:cxn>
                  <a:cxn ang="0">
                    <a:pos x="167" y="52"/>
                  </a:cxn>
                  <a:cxn ang="0">
                    <a:pos x="128" y="39"/>
                  </a:cxn>
                  <a:cxn ang="0">
                    <a:pos x="102" y="13"/>
                  </a:cxn>
                  <a:cxn ang="0">
                    <a:pos x="78" y="35"/>
                  </a:cxn>
                  <a:cxn ang="0">
                    <a:pos x="48" y="3"/>
                  </a:cxn>
                  <a:cxn ang="0">
                    <a:pos x="16" y="26"/>
                  </a:cxn>
                </a:cxnLst>
                <a:rect l="0" t="0" r="r" b="b"/>
                <a:pathLst>
                  <a:path w="175" h="145">
                    <a:moveTo>
                      <a:pt x="16" y="26"/>
                    </a:moveTo>
                    <a:cubicBezTo>
                      <a:pt x="16" y="26"/>
                      <a:pt x="0" y="110"/>
                      <a:pt x="24" y="128"/>
                    </a:cubicBezTo>
                    <a:cubicBezTo>
                      <a:pt x="48" y="145"/>
                      <a:pt x="54" y="128"/>
                      <a:pt x="67" y="128"/>
                    </a:cubicBezTo>
                    <a:cubicBezTo>
                      <a:pt x="80" y="128"/>
                      <a:pt x="76" y="143"/>
                      <a:pt x="95" y="132"/>
                    </a:cubicBezTo>
                    <a:cubicBezTo>
                      <a:pt x="115" y="121"/>
                      <a:pt x="106" y="112"/>
                      <a:pt x="115" y="121"/>
                    </a:cubicBezTo>
                    <a:cubicBezTo>
                      <a:pt x="124" y="130"/>
                      <a:pt x="143" y="117"/>
                      <a:pt x="143" y="117"/>
                    </a:cubicBezTo>
                    <a:cubicBezTo>
                      <a:pt x="143" y="117"/>
                      <a:pt x="149" y="112"/>
                      <a:pt x="158" y="104"/>
                    </a:cubicBezTo>
                    <a:cubicBezTo>
                      <a:pt x="167" y="95"/>
                      <a:pt x="175" y="61"/>
                      <a:pt x="167" y="52"/>
                    </a:cubicBezTo>
                    <a:cubicBezTo>
                      <a:pt x="158" y="44"/>
                      <a:pt x="132" y="50"/>
                      <a:pt x="128" y="39"/>
                    </a:cubicBezTo>
                    <a:cubicBezTo>
                      <a:pt x="124" y="28"/>
                      <a:pt x="102" y="13"/>
                      <a:pt x="102" y="13"/>
                    </a:cubicBezTo>
                    <a:cubicBezTo>
                      <a:pt x="102" y="13"/>
                      <a:pt x="89" y="48"/>
                      <a:pt x="78" y="35"/>
                    </a:cubicBezTo>
                    <a:cubicBezTo>
                      <a:pt x="67" y="22"/>
                      <a:pt x="61" y="0"/>
                      <a:pt x="48" y="3"/>
                    </a:cubicBezTo>
                    <a:cubicBezTo>
                      <a:pt x="35" y="5"/>
                      <a:pt x="13" y="9"/>
                      <a:pt x="16" y="26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08" name="Freeform 38">
                <a:extLst>
                  <a:ext uri="{FF2B5EF4-FFF2-40B4-BE49-F238E27FC236}">
                    <a16:creationId xmlns:a16="http://schemas.microsoft.com/office/drawing/2014/main" id="{A1D85C5D-03CF-0640-98A2-655BE033C8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47" y="1196"/>
                <a:ext cx="149" cy="109"/>
              </a:xfrm>
              <a:custGeom>
                <a:avLst/>
                <a:gdLst/>
                <a:ahLst/>
                <a:cxnLst>
                  <a:cxn ang="0">
                    <a:pos x="32" y="35"/>
                  </a:cxn>
                  <a:cxn ang="0">
                    <a:pos x="65" y="80"/>
                  </a:cxn>
                  <a:cxn ang="0">
                    <a:pos x="112" y="95"/>
                  </a:cxn>
                  <a:cxn ang="0">
                    <a:pos x="127" y="72"/>
                  </a:cxn>
                  <a:cxn ang="0">
                    <a:pos x="110" y="48"/>
                  </a:cxn>
                  <a:cxn ang="0">
                    <a:pos x="63" y="26"/>
                  </a:cxn>
                  <a:cxn ang="0">
                    <a:pos x="32" y="35"/>
                  </a:cxn>
                </a:cxnLst>
                <a:rect l="0" t="0" r="r" b="b"/>
                <a:pathLst>
                  <a:path w="130" h="95">
                    <a:moveTo>
                      <a:pt x="32" y="35"/>
                    </a:moveTo>
                    <a:cubicBezTo>
                      <a:pt x="39" y="42"/>
                      <a:pt x="52" y="76"/>
                      <a:pt x="65" y="80"/>
                    </a:cubicBezTo>
                    <a:cubicBezTo>
                      <a:pt x="78" y="85"/>
                      <a:pt x="112" y="95"/>
                      <a:pt x="112" y="95"/>
                    </a:cubicBezTo>
                    <a:cubicBezTo>
                      <a:pt x="112" y="95"/>
                      <a:pt x="125" y="80"/>
                      <a:pt x="127" y="72"/>
                    </a:cubicBezTo>
                    <a:cubicBezTo>
                      <a:pt x="130" y="63"/>
                      <a:pt x="121" y="48"/>
                      <a:pt x="110" y="48"/>
                    </a:cubicBezTo>
                    <a:cubicBezTo>
                      <a:pt x="99" y="48"/>
                      <a:pt x="71" y="29"/>
                      <a:pt x="63" y="26"/>
                    </a:cubicBezTo>
                    <a:cubicBezTo>
                      <a:pt x="54" y="24"/>
                      <a:pt x="0" y="0"/>
                      <a:pt x="32" y="35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09" name="Freeform 39">
                <a:extLst>
                  <a:ext uri="{FF2B5EF4-FFF2-40B4-BE49-F238E27FC236}">
                    <a16:creationId xmlns:a16="http://schemas.microsoft.com/office/drawing/2014/main" id="{915180B1-CE9B-9E49-91D6-201D92EB48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8" y="1579"/>
                <a:ext cx="144" cy="64"/>
              </a:xfrm>
              <a:custGeom>
                <a:avLst/>
                <a:gdLst/>
                <a:ahLst/>
                <a:cxnLst>
                  <a:cxn ang="0">
                    <a:pos x="39" y="20"/>
                  </a:cxn>
                  <a:cxn ang="0">
                    <a:pos x="97" y="7"/>
                  </a:cxn>
                  <a:cxn ang="0">
                    <a:pos x="115" y="35"/>
                  </a:cxn>
                  <a:cxn ang="0">
                    <a:pos x="74" y="52"/>
                  </a:cxn>
                  <a:cxn ang="0">
                    <a:pos x="37" y="56"/>
                  </a:cxn>
                  <a:cxn ang="0">
                    <a:pos x="11" y="48"/>
                  </a:cxn>
                  <a:cxn ang="0">
                    <a:pos x="39" y="20"/>
                  </a:cxn>
                </a:cxnLst>
                <a:rect l="0" t="0" r="r" b="b"/>
                <a:pathLst>
                  <a:path w="125" h="56">
                    <a:moveTo>
                      <a:pt x="39" y="20"/>
                    </a:moveTo>
                    <a:cubicBezTo>
                      <a:pt x="39" y="20"/>
                      <a:pt x="84" y="0"/>
                      <a:pt x="97" y="7"/>
                    </a:cubicBezTo>
                    <a:cubicBezTo>
                      <a:pt x="110" y="13"/>
                      <a:pt x="125" y="22"/>
                      <a:pt x="115" y="35"/>
                    </a:cubicBezTo>
                    <a:cubicBezTo>
                      <a:pt x="104" y="48"/>
                      <a:pt x="80" y="54"/>
                      <a:pt x="74" y="52"/>
                    </a:cubicBezTo>
                    <a:cubicBezTo>
                      <a:pt x="67" y="50"/>
                      <a:pt x="54" y="56"/>
                      <a:pt x="37" y="56"/>
                    </a:cubicBezTo>
                    <a:cubicBezTo>
                      <a:pt x="20" y="56"/>
                      <a:pt x="0" y="52"/>
                      <a:pt x="11" y="48"/>
                    </a:cubicBezTo>
                    <a:cubicBezTo>
                      <a:pt x="22" y="43"/>
                      <a:pt x="24" y="18"/>
                      <a:pt x="39" y="2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10" name="Freeform 40">
                <a:extLst>
                  <a:ext uri="{FF2B5EF4-FFF2-40B4-BE49-F238E27FC236}">
                    <a16:creationId xmlns:a16="http://schemas.microsoft.com/office/drawing/2014/main" id="{0277CC3D-126E-F64F-B5A4-B0DD9B0E53E5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4047" y="981"/>
                <a:ext cx="5030" cy="3305"/>
              </a:xfrm>
              <a:custGeom>
                <a:avLst/>
                <a:gdLst/>
                <a:ahLst/>
                <a:cxnLst>
                  <a:cxn ang="0">
                    <a:pos x="1259" y="1853"/>
                  </a:cxn>
                  <a:cxn ang="0">
                    <a:pos x="1345" y="1810"/>
                  </a:cxn>
                  <a:cxn ang="0">
                    <a:pos x="824" y="1833"/>
                  </a:cxn>
                  <a:cxn ang="0">
                    <a:pos x="975" y="1708"/>
                  </a:cxn>
                  <a:cxn ang="0">
                    <a:pos x="1122" y="1851"/>
                  </a:cxn>
                  <a:cxn ang="0">
                    <a:pos x="3924" y="711"/>
                  </a:cxn>
                  <a:cxn ang="0">
                    <a:pos x="3536" y="560"/>
                  </a:cxn>
                  <a:cxn ang="0">
                    <a:pos x="3268" y="539"/>
                  </a:cxn>
                  <a:cxn ang="0">
                    <a:pos x="3030" y="452"/>
                  </a:cxn>
                  <a:cxn ang="0">
                    <a:pos x="2700" y="388"/>
                  </a:cxn>
                  <a:cxn ang="0">
                    <a:pos x="2611" y="317"/>
                  </a:cxn>
                  <a:cxn ang="0">
                    <a:pos x="2549" y="84"/>
                  </a:cxn>
                  <a:cxn ang="0">
                    <a:pos x="2391" y="155"/>
                  </a:cxn>
                  <a:cxn ang="0">
                    <a:pos x="2108" y="317"/>
                  </a:cxn>
                  <a:cxn ang="0">
                    <a:pos x="1978" y="500"/>
                  </a:cxn>
                  <a:cxn ang="0">
                    <a:pos x="1821" y="511"/>
                  </a:cxn>
                  <a:cxn ang="0">
                    <a:pos x="1836" y="754"/>
                  </a:cxn>
                  <a:cxn ang="0">
                    <a:pos x="1797" y="444"/>
                  </a:cxn>
                  <a:cxn ang="0">
                    <a:pos x="1713" y="743"/>
                  </a:cxn>
                  <a:cxn ang="0">
                    <a:pos x="1404" y="743"/>
                  </a:cxn>
                  <a:cxn ang="0">
                    <a:pos x="1177" y="823"/>
                  </a:cxn>
                  <a:cxn ang="0">
                    <a:pos x="959" y="857"/>
                  </a:cxn>
                  <a:cxn ang="0">
                    <a:pos x="827" y="605"/>
                  </a:cxn>
                  <a:cxn ang="0">
                    <a:pos x="672" y="633"/>
                  </a:cxn>
                  <a:cxn ang="0">
                    <a:pos x="547" y="756"/>
                  </a:cxn>
                  <a:cxn ang="0">
                    <a:pos x="408" y="1013"/>
                  </a:cxn>
                  <a:cxn ang="0">
                    <a:pos x="333" y="1211"/>
                  </a:cxn>
                  <a:cxn ang="0">
                    <a:pos x="558" y="1344"/>
                  </a:cxn>
                  <a:cxn ang="0">
                    <a:pos x="607" y="1045"/>
                  </a:cxn>
                  <a:cxn ang="0">
                    <a:pos x="726" y="1178"/>
                  </a:cxn>
                  <a:cxn ang="0">
                    <a:pos x="694" y="1247"/>
                  </a:cxn>
                  <a:cxn ang="0">
                    <a:pos x="659" y="1400"/>
                  </a:cxn>
                  <a:cxn ang="0">
                    <a:pos x="424" y="1293"/>
                  </a:cxn>
                  <a:cxn ang="0">
                    <a:pos x="223" y="1603"/>
                  </a:cxn>
                  <a:cxn ang="0">
                    <a:pos x="9" y="1799"/>
                  </a:cxn>
                  <a:cxn ang="0">
                    <a:pos x="201" y="1947"/>
                  </a:cxn>
                  <a:cxn ang="0">
                    <a:pos x="391" y="1760"/>
                  </a:cxn>
                  <a:cxn ang="0">
                    <a:pos x="599" y="1919"/>
                  </a:cxn>
                  <a:cxn ang="0">
                    <a:pos x="631" y="1855"/>
                  </a:cxn>
                  <a:cxn ang="0">
                    <a:pos x="717" y="1891"/>
                  </a:cxn>
                  <a:cxn ang="0">
                    <a:pos x="916" y="2014"/>
                  </a:cxn>
                  <a:cxn ang="0">
                    <a:pos x="1067" y="2352"/>
                  </a:cxn>
                  <a:cxn ang="0">
                    <a:pos x="1503" y="2354"/>
                  </a:cxn>
                  <a:cxn ang="0">
                    <a:pos x="1339" y="2217"/>
                  </a:cxn>
                  <a:cxn ang="0">
                    <a:pos x="1778" y="2419"/>
                  </a:cxn>
                  <a:cxn ang="0">
                    <a:pos x="2004" y="2523"/>
                  </a:cxn>
                  <a:cxn ang="0">
                    <a:pos x="2290" y="2527"/>
                  </a:cxn>
                  <a:cxn ang="0">
                    <a:pos x="2492" y="2803"/>
                  </a:cxn>
                  <a:cxn ang="0">
                    <a:pos x="2570" y="2645"/>
                  </a:cxn>
                  <a:cxn ang="0">
                    <a:pos x="2639" y="2432"/>
                  </a:cxn>
                  <a:cxn ang="0">
                    <a:pos x="2832" y="2023"/>
                  </a:cxn>
                  <a:cxn ang="0">
                    <a:pos x="2957" y="1932"/>
                  </a:cxn>
                  <a:cxn ang="0">
                    <a:pos x="3104" y="1820"/>
                  </a:cxn>
                  <a:cxn ang="0">
                    <a:pos x="3337" y="1426"/>
                  </a:cxn>
                  <a:cxn ang="0">
                    <a:pos x="3544" y="1217"/>
                  </a:cxn>
                  <a:cxn ang="0">
                    <a:pos x="3803" y="1127"/>
                  </a:cxn>
                  <a:cxn ang="0">
                    <a:pos x="3788" y="1280"/>
                  </a:cxn>
                  <a:cxn ang="0">
                    <a:pos x="4097" y="1049"/>
                  </a:cxn>
                  <a:cxn ang="0">
                    <a:pos x="4317" y="965"/>
                  </a:cxn>
                </a:cxnLst>
                <a:rect l="0" t="0" r="r" b="b"/>
                <a:pathLst>
                  <a:path w="4376" h="2880">
                    <a:moveTo>
                      <a:pt x="1400" y="1886"/>
                    </a:moveTo>
                    <a:cubicBezTo>
                      <a:pt x="1393" y="1880"/>
                      <a:pt x="1387" y="1874"/>
                      <a:pt x="1381" y="1877"/>
                    </a:cubicBezTo>
                    <a:cubicBezTo>
                      <a:pt x="1375" y="1880"/>
                      <a:pt x="1368" y="1887"/>
                      <a:pt x="1372" y="1897"/>
                    </a:cubicBezTo>
                    <a:cubicBezTo>
                      <a:pt x="1377" y="1907"/>
                      <a:pt x="1384" y="1917"/>
                      <a:pt x="1387" y="1923"/>
                    </a:cubicBezTo>
                    <a:cubicBezTo>
                      <a:pt x="1390" y="1929"/>
                      <a:pt x="1385" y="1945"/>
                      <a:pt x="1390" y="1950"/>
                    </a:cubicBezTo>
                    <a:cubicBezTo>
                      <a:pt x="1394" y="1956"/>
                      <a:pt x="1395" y="1963"/>
                      <a:pt x="1397" y="1969"/>
                    </a:cubicBezTo>
                    <a:cubicBezTo>
                      <a:pt x="1398" y="1975"/>
                      <a:pt x="1368" y="1983"/>
                      <a:pt x="1367" y="1989"/>
                    </a:cubicBezTo>
                    <a:cubicBezTo>
                      <a:pt x="1365" y="1995"/>
                      <a:pt x="1329" y="1986"/>
                      <a:pt x="1329" y="1986"/>
                    </a:cubicBezTo>
                    <a:cubicBezTo>
                      <a:pt x="1273" y="1950"/>
                      <a:pt x="1273" y="1950"/>
                      <a:pt x="1273" y="1950"/>
                    </a:cubicBezTo>
                    <a:cubicBezTo>
                      <a:pt x="1298" y="1900"/>
                      <a:pt x="1298" y="1900"/>
                      <a:pt x="1298" y="1900"/>
                    </a:cubicBezTo>
                    <a:cubicBezTo>
                      <a:pt x="1298" y="1900"/>
                      <a:pt x="1289" y="1876"/>
                      <a:pt x="1282" y="1871"/>
                    </a:cubicBezTo>
                    <a:cubicBezTo>
                      <a:pt x="1275" y="1867"/>
                      <a:pt x="1270" y="1855"/>
                      <a:pt x="1259" y="1853"/>
                    </a:cubicBezTo>
                    <a:cubicBezTo>
                      <a:pt x="1247" y="1850"/>
                      <a:pt x="1240" y="1825"/>
                      <a:pt x="1240" y="1817"/>
                    </a:cubicBezTo>
                    <a:cubicBezTo>
                      <a:pt x="1240" y="1808"/>
                      <a:pt x="1251" y="1788"/>
                      <a:pt x="1251" y="1788"/>
                    </a:cubicBezTo>
                    <a:cubicBezTo>
                      <a:pt x="1251" y="1788"/>
                      <a:pt x="1239" y="1765"/>
                      <a:pt x="1231" y="1764"/>
                    </a:cubicBezTo>
                    <a:cubicBezTo>
                      <a:pt x="1224" y="1762"/>
                      <a:pt x="1217" y="1755"/>
                      <a:pt x="1227" y="1746"/>
                    </a:cubicBezTo>
                    <a:cubicBezTo>
                      <a:pt x="1237" y="1738"/>
                      <a:pt x="1256" y="1723"/>
                      <a:pt x="1260" y="1722"/>
                    </a:cubicBezTo>
                    <a:cubicBezTo>
                      <a:pt x="1264" y="1720"/>
                      <a:pt x="1285" y="1702"/>
                      <a:pt x="1290" y="1699"/>
                    </a:cubicBezTo>
                    <a:cubicBezTo>
                      <a:pt x="1296" y="1696"/>
                      <a:pt x="1323" y="1683"/>
                      <a:pt x="1331" y="1682"/>
                    </a:cubicBezTo>
                    <a:cubicBezTo>
                      <a:pt x="1338" y="1680"/>
                      <a:pt x="1365" y="1680"/>
                      <a:pt x="1372" y="1695"/>
                    </a:cubicBezTo>
                    <a:cubicBezTo>
                      <a:pt x="1372" y="1695"/>
                      <a:pt x="1377" y="1719"/>
                      <a:pt x="1367" y="1723"/>
                    </a:cubicBezTo>
                    <a:cubicBezTo>
                      <a:pt x="1357" y="1728"/>
                      <a:pt x="1336" y="1732"/>
                      <a:pt x="1332" y="1739"/>
                    </a:cubicBezTo>
                    <a:cubicBezTo>
                      <a:pt x="1328" y="1746"/>
                      <a:pt x="1319" y="1762"/>
                      <a:pt x="1325" y="1774"/>
                    </a:cubicBezTo>
                    <a:cubicBezTo>
                      <a:pt x="1331" y="1785"/>
                      <a:pt x="1336" y="1801"/>
                      <a:pt x="1345" y="1810"/>
                    </a:cubicBezTo>
                    <a:cubicBezTo>
                      <a:pt x="1354" y="1818"/>
                      <a:pt x="1362" y="1833"/>
                      <a:pt x="1371" y="1833"/>
                    </a:cubicBezTo>
                    <a:cubicBezTo>
                      <a:pt x="1380" y="1833"/>
                      <a:pt x="1400" y="1858"/>
                      <a:pt x="1404" y="1858"/>
                    </a:cubicBezTo>
                    <a:cubicBezTo>
                      <a:pt x="1408" y="1858"/>
                      <a:pt x="1411" y="1860"/>
                      <a:pt x="1411" y="1870"/>
                    </a:cubicBezTo>
                    <a:cubicBezTo>
                      <a:pt x="1411" y="1880"/>
                      <a:pt x="1407" y="1891"/>
                      <a:pt x="1400" y="1886"/>
                    </a:cubicBezTo>
                    <a:moveTo>
                      <a:pt x="1109" y="1873"/>
                    </a:moveTo>
                    <a:cubicBezTo>
                      <a:pt x="1074" y="1876"/>
                      <a:pt x="1074" y="1876"/>
                      <a:pt x="1074" y="1876"/>
                    </a:cubicBezTo>
                    <a:cubicBezTo>
                      <a:pt x="1074" y="1876"/>
                      <a:pt x="1041" y="1874"/>
                      <a:pt x="1034" y="1873"/>
                    </a:cubicBezTo>
                    <a:cubicBezTo>
                      <a:pt x="1027" y="1871"/>
                      <a:pt x="1004" y="1860"/>
                      <a:pt x="995" y="1857"/>
                    </a:cubicBezTo>
                    <a:cubicBezTo>
                      <a:pt x="987" y="1854"/>
                      <a:pt x="969" y="1844"/>
                      <a:pt x="949" y="1844"/>
                    </a:cubicBezTo>
                    <a:cubicBezTo>
                      <a:pt x="929" y="1844"/>
                      <a:pt x="906" y="1853"/>
                      <a:pt x="899" y="1858"/>
                    </a:cubicBezTo>
                    <a:cubicBezTo>
                      <a:pt x="892" y="1864"/>
                      <a:pt x="870" y="1866"/>
                      <a:pt x="870" y="1866"/>
                    </a:cubicBezTo>
                    <a:cubicBezTo>
                      <a:pt x="844" y="1857"/>
                      <a:pt x="824" y="1837"/>
                      <a:pt x="824" y="1833"/>
                    </a:cubicBezTo>
                    <a:cubicBezTo>
                      <a:pt x="824" y="1828"/>
                      <a:pt x="817" y="1812"/>
                      <a:pt x="820" y="1808"/>
                    </a:cubicBezTo>
                    <a:cubicBezTo>
                      <a:pt x="822" y="1804"/>
                      <a:pt x="830" y="1798"/>
                      <a:pt x="833" y="1789"/>
                    </a:cubicBezTo>
                    <a:cubicBezTo>
                      <a:pt x="835" y="1781"/>
                      <a:pt x="835" y="1762"/>
                      <a:pt x="835" y="1762"/>
                    </a:cubicBezTo>
                    <a:cubicBezTo>
                      <a:pt x="835" y="1762"/>
                      <a:pt x="863" y="1746"/>
                      <a:pt x="866" y="1742"/>
                    </a:cubicBezTo>
                    <a:cubicBezTo>
                      <a:pt x="868" y="1738"/>
                      <a:pt x="886" y="1719"/>
                      <a:pt x="883" y="1708"/>
                    </a:cubicBezTo>
                    <a:cubicBezTo>
                      <a:pt x="880" y="1696"/>
                      <a:pt x="889" y="1693"/>
                      <a:pt x="896" y="1687"/>
                    </a:cubicBezTo>
                    <a:cubicBezTo>
                      <a:pt x="903" y="1682"/>
                      <a:pt x="912" y="1695"/>
                      <a:pt x="917" y="1702"/>
                    </a:cubicBezTo>
                    <a:cubicBezTo>
                      <a:pt x="923" y="1709"/>
                      <a:pt x="936" y="1725"/>
                      <a:pt x="939" y="1729"/>
                    </a:cubicBezTo>
                    <a:cubicBezTo>
                      <a:pt x="942" y="1733"/>
                      <a:pt x="948" y="1755"/>
                      <a:pt x="951" y="1761"/>
                    </a:cubicBezTo>
                    <a:cubicBezTo>
                      <a:pt x="953" y="1766"/>
                      <a:pt x="971" y="1756"/>
                      <a:pt x="971" y="1756"/>
                    </a:cubicBezTo>
                    <a:cubicBezTo>
                      <a:pt x="971" y="1756"/>
                      <a:pt x="988" y="1739"/>
                      <a:pt x="982" y="1738"/>
                    </a:cubicBezTo>
                    <a:cubicBezTo>
                      <a:pt x="977" y="1736"/>
                      <a:pt x="978" y="1715"/>
                      <a:pt x="975" y="1708"/>
                    </a:cubicBezTo>
                    <a:cubicBezTo>
                      <a:pt x="972" y="1700"/>
                      <a:pt x="985" y="1696"/>
                      <a:pt x="989" y="1696"/>
                    </a:cubicBezTo>
                    <a:cubicBezTo>
                      <a:pt x="994" y="1696"/>
                      <a:pt x="1030" y="1685"/>
                      <a:pt x="1037" y="1677"/>
                    </a:cubicBezTo>
                    <a:cubicBezTo>
                      <a:pt x="1044" y="1670"/>
                      <a:pt x="1056" y="1670"/>
                      <a:pt x="1063" y="1670"/>
                    </a:cubicBezTo>
                    <a:cubicBezTo>
                      <a:pt x="1070" y="1670"/>
                      <a:pt x="1076" y="1682"/>
                      <a:pt x="1073" y="1686"/>
                    </a:cubicBezTo>
                    <a:cubicBezTo>
                      <a:pt x="1070" y="1690"/>
                      <a:pt x="1063" y="1699"/>
                      <a:pt x="1059" y="1700"/>
                    </a:cubicBezTo>
                    <a:cubicBezTo>
                      <a:pt x="1054" y="1702"/>
                      <a:pt x="1047" y="1713"/>
                      <a:pt x="1047" y="1713"/>
                    </a:cubicBezTo>
                    <a:cubicBezTo>
                      <a:pt x="1030" y="1735"/>
                      <a:pt x="1030" y="1735"/>
                      <a:pt x="1030" y="1735"/>
                    </a:cubicBezTo>
                    <a:cubicBezTo>
                      <a:pt x="1040" y="1756"/>
                      <a:pt x="1040" y="1756"/>
                      <a:pt x="1040" y="1756"/>
                    </a:cubicBezTo>
                    <a:cubicBezTo>
                      <a:pt x="1064" y="1775"/>
                      <a:pt x="1064" y="1775"/>
                      <a:pt x="1064" y="1775"/>
                    </a:cubicBezTo>
                    <a:cubicBezTo>
                      <a:pt x="1064" y="1775"/>
                      <a:pt x="1090" y="1807"/>
                      <a:pt x="1095" y="1811"/>
                    </a:cubicBezTo>
                    <a:cubicBezTo>
                      <a:pt x="1099" y="1815"/>
                      <a:pt x="1119" y="1824"/>
                      <a:pt x="1119" y="1824"/>
                    </a:cubicBezTo>
                    <a:cubicBezTo>
                      <a:pt x="1122" y="1851"/>
                      <a:pt x="1122" y="1851"/>
                      <a:pt x="1122" y="1851"/>
                    </a:cubicBezTo>
                    <a:lnTo>
                      <a:pt x="1109" y="1873"/>
                    </a:lnTo>
                    <a:close/>
                    <a:moveTo>
                      <a:pt x="4363" y="851"/>
                    </a:moveTo>
                    <a:cubicBezTo>
                      <a:pt x="4354" y="840"/>
                      <a:pt x="4324" y="829"/>
                      <a:pt x="4300" y="823"/>
                    </a:cubicBezTo>
                    <a:cubicBezTo>
                      <a:pt x="4276" y="816"/>
                      <a:pt x="4298" y="847"/>
                      <a:pt x="4283" y="847"/>
                    </a:cubicBezTo>
                    <a:cubicBezTo>
                      <a:pt x="4268" y="847"/>
                      <a:pt x="4272" y="827"/>
                      <a:pt x="4274" y="814"/>
                    </a:cubicBezTo>
                    <a:cubicBezTo>
                      <a:pt x="4276" y="801"/>
                      <a:pt x="4242" y="776"/>
                      <a:pt x="4229" y="758"/>
                    </a:cubicBezTo>
                    <a:cubicBezTo>
                      <a:pt x="4216" y="741"/>
                      <a:pt x="4183" y="707"/>
                      <a:pt x="4170" y="696"/>
                    </a:cubicBezTo>
                    <a:cubicBezTo>
                      <a:pt x="4157" y="685"/>
                      <a:pt x="4114" y="664"/>
                      <a:pt x="4091" y="653"/>
                    </a:cubicBezTo>
                    <a:cubicBezTo>
                      <a:pt x="4067" y="642"/>
                      <a:pt x="4026" y="648"/>
                      <a:pt x="4015" y="648"/>
                    </a:cubicBezTo>
                    <a:cubicBezTo>
                      <a:pt x="4004" y="648"/>
                      <a:pt x="3974" y="636"/>
                      <a:pt x="3957" y="631"/>
                    </a:cubicBezTo>
                    <a:cubicBezTo>
                      <a:pt x="3939" y="627"/>
                      <a:pt x="3952" y="702"/>
                      <a:pt x="3952" y="702"/>
                    </a:cubicBezTo>
                    <a:cubicBezTo>
                      <a:pt x="3952" y="702"/>
                      <a:pt x="3931" y="711"/>
                      <a:pt x="3924" y="711"/>
                    </a:cubicBezTo>
                    <a:cubicBezTo>
                      <a:pt x="3918" y="711"/>
                      <a:pt x="3922" y="696"/>
                      <a:pt x="3922" y="696"/>
                    </a:cubicBezTo>
                    <a:cubicBezTo>
                      <a:pt x="3905" y="681"/>
                      <a:pt x="3905" y="681"/>
                      <a:pt x="3905" y="681"/>
                    </a:cubicBezTo>
                    <a:cubicBezTo>
                      <a:pt x="3905" y="681"/>
                      <a:pt x="3898" y="668"/>
                      <a:pt x="3875" y="659"/>
                    </a:cubicBezTo>
                    <a:cubicBezTo>
                      <a:pt x="3867" y="657"/>
                      <a:pt x="3862" y="666"/>
                      <a:pt x="3842" y="670"/>
                    </a:cubicBezTo>
                    <a:cubicBezTo>
                      <a:pt x="3823" y="674"/>
                      <a:pt x="3808" y="661"/>
                      <a:pt x="3780" y="661"/>
                    </a:cubicBezTo>
                    <a:cubicBezTo>
                      <a:pt x="3751" y="661"/>
                      <a:pt x="3762" y="679"/>
                      <a:pt x="3754" y="687"/>
                    </a:cubicBezTo>
                    <a:cubicBezTo>
                      <a:pt x="3745" y="696"/>
                      <a:pt x="3741" y="683"/>
                      <a:pt x="3736" y="668"/>
                    </a:cubicBezTo>
                    <a:cubicBezTo>
                      <a:pt x="3732" y="653"/>
                      <a:pt x="3732" y="655"/>
                      <a:pt x="3717" y="644"/>
                    </a:cubicBezTo>
                    <a:cubicBezTo>
                      <a:pt x="3702" y="633"/>
                      <a:pt x="3717" y="636"/>
                      <a:pt x="3726" y="616"/>
                    </a:cubicBezTo>
                    <a:cubicBezTo>
                      <a:pt x="3734" y="597"/>
                      <a:pt x="3713" y="590"/>
                      <a:pt x="3667" y="569"/>
                    </a:cubicBezTo>
                    <a:cubicBezTo>
                      <a:pt x="3622" y="547"/>
                      <a:pt x="3605" y="564"/>
                      <a:pt x="3587" y="569"/>
                    </a:cubicBezTo>
                    <a:cubicBezTo>
                      <a:pt x="3570" y="573"/>
                      <a:pt x="3546" y="567"/>
                      <a:pt x="3536" y="560"/>
                    </a:cubicBezTo>
                    <a:cubicBezTo>
                      <a:pt x="3525" y="554"/>
                      <a:pt x="3533" y="539"/>
                      <a:pt x="3516" y="536"/>
                    </a:cubicBezTo>
                    <a:cubicBezTo>
                      <a:pt x="3499" y="534"/>
                      <a:pt x="3499" y="541"/>
                      <a:pt x="3490" y="530"/>
                    </a:cubicBezTo>
                    <a:cubicBezTo>
                      <a:pt x="3482" y="519"/>
                      <a:pt x="3477" y="511"/>
                      <a:pt x="3484" y="504"/>
                    </a:cubicBezTo>
                    <a:cubicBezTo>
                      <a:pt x="3490" y="498"/>
                      <a:pt x="3475" y="483"/>
                      <a:pt x="3456" y="478"/>
                    </a:cubicBezTo>
                    <a:cubicBezTo>
                      <a:pt x="3436" y="474"/>
                      <a:pt x="3425" y="480"/>
                      <a:pt x="3419" y="485"/>
                    </a:cubicBezTo>
                    <a:cubicBezTo>
                      <a:pt x="3412" y="489"/>
                      <a:pt x="3408" y="511"/>
                      <a:pt x="3391" y="513"/>
                    </a:cubicBezTo>
                    <a:cubicBezTo>
                      <a:pt x="3374" y="515"/>
                      <a:pt x="3389" y="493"/>
                      <a:pt x="3374" y="485"/>
                    </a:cubicBezTo>
                    <a:cubicBezTo>
                      <a:pt x="3358" y="476"/>
                      <a:pt x="3387" y="457"/>
                      <a:pt x="3387" y="457"/>
                    </a:cubicBezTo>
                    <a:cubicBezTo>
                      <a:pt x="3387" y="457"/>
                      <a:pt x="3315" y="435"/>
                      <a:pt x="3307" y="435"/>
                    </a:cubicBezTo>
                    <a:cubicBezTo>
                      <a:pt x="3298" y="435"/>
                      <a:pt x="3304" y="455"/>
                      <a:pt x="3292" y="459"/>
                    </a:cubicBezTo>
                    <a:cubicBezTo>
                      <a:pt x="3279" y="463"/>
                      <a:pt x="3268" y="491"/>
                      <a:pt x="3268" y="491"/>
                    </a:cubicBezTo>
                    <a:cubicBezTo>
                      <a:pt x="3268" y="491"/>
                      <a:pt x="3274" y="541"/>
                      <a:pt x="3268" y="539"/>
                    </a:cubicBezTo>
                    <a:cubicBezTo>
                      <a:pt x="3261" y="536"/>
                      <a:pt x="3259" y="532"/>
                      <a:pt x="3244" y="530"/>
                    </a:cubicBezTo>
                    <a:cubicBezTo>
                      <a:pt x="3229" y="528"/>
                      <a:pt x="3242" y="552"/>
                      <a:pt x="3242" y="552"/>
                    </a:cubicBezTo>
                    <a:cubicBezTo>
                      <a:pt x="3242" y="552"/>
                      <a:pt x="3225" y="552"/>
                      <a:pt x="3212" y="545"/>
                    </a:cubicBezTo>
                    <a:cubicBezTo>
                      <a:pt x="3199" y="539"/>
                      <a:pt x="3205" y="528"/>
                      <a:pt x="3188" y="526"/>
                    </a:cubicBezTo>
                    <a:cubicBezTo>
                      <a:pt x="3171" y="524"/>
                      <a:pt x="3145" y="530"/>
                      <a:pt x="3145" y="530"/>
                    </a:cubicBezTo>
                    <a:cubicBezTo>
                      <a:pt x="3145" y="530"/>
                      <a:pt x="3132" y="513"/>
                      <a:pt x="3121" y="508"/>
                    </a:cubicBezTo>
                    <a:cubicBezTo>
                      <a:pt x="3110" y="504"/>
                      <a:pt x="3108" y="517"/>
                      <a:pt x="3104" y="524"/>
                    </a:cubicBezTo>
                    <a:cubicBezTo>
                      <a:pt x="3099" y="530"/>
                      <a:pt x="3110" y="575"/>
                      <a:pt x="3093" y="571"/>
                    </a:cubicBezTo>
                    <a:cubicBezTo>
                      <a:pt x="3076" y="567"/>
                      <a:pt x="3058" y="554"/>
                      <a:pt x="3054" y="543"/>
                    </a:cubicBezTo>
                    <a:cubicBezTo>
                      <a:pt x="3050" y="532"/>
                      <a:pt x="3037" y="504"/>
                      <a:pt x="3024" y="498"/>
                    </a:cubicBezTo>
                    <a:cubicBezTo>
                      <a:pt x="3011" y="491"/>
                      <a:pt x="3019" y="489"/>
                      <a:pt x="3028" y="478"/>
                    </a:cubicBezTo>
                    <a:cubicBezTo>
                      <a:pt x="3037" y="468"/>
                      <a:pt x="3035" y="461"/>
                      <a:pt x="3030" y="452"/>
                    </a:cubicBezTo>
                    <a:cubicBezTo>
                      <a:pt x="3026" y="444"/>
                      <a:pt x="3017" y="450"/>
                      <a:pt x="3000" y="446"/>
                    </a:cubicBezTo>
                    <a:cubicBezTo>
                      <a:pt x="2983" y="442"/>
                      <a:pt x="3006" y="431"/>
                      <a:pt x="3030" y="424"/>
                    </a:cubicBezTo>
                    <a:cubicBezTo>
                      <a:pt x="3054" y="418"/>
                      <a:pt x="3030" y="399"/>
                      <a:pt x="3017" y="392"/>
                    </a:cubicBezTo>
                    <a:cubicBezTo>
                      <a:pt x="3004" y="386"/>
                      <a:pt x="2985" y="390"/>
                      <a:pt x="2968" y="388"/>
                    </a:cubicBezTo>
                    <a:cubicBezTo>
                      <a:pt x="2950" y="386"/>
                      <a:pt x="2942" y="368"/>
                      <a:pt x="2920" y="371"/>
                    </a:cubicBezTo>
                    <a:cubicBezTo>
                      <a:pt x="2899" y="373"/>
                      <a:pt x="2918" y="409"/>
                      <a:pt x="2918" y="420"/>
                    </a:cubicBezTo>
                    <a:cubicBezTo>
                      <a:pt x="2918" y="431"/>
                      <a:pt x="2892" y="422"/>
                      <a:pt x="2886" y="422"/>
                    </a:cubicBezTo>
                    <a:cubicBezTo>
                      <a:pt x="2879" y="422"/>
                      <a:pt x="2823" y="427"/>
                      <a:pt x="2816" y="422"/>
                    </a:cubicBezTo>
                    <a:cubicBezTo>
                      <a:pt x="2810" y="418"/>
                      <a:pt x="2799" y="381"/>
                      <a:pt x="2799" y="375"/>
                    </a:cubicBezTo>
                    <a:cubicBezTo>
                      <a:pt x="2799" y="368"/>
                      <a:pt x="2786" y="371"/>
                      <a:pt x="2780" y="371"/>
                    </a:cubicBezTo>
                    <a:cubicBezTo>
                      <a:pt x="2732" y="371"/>
                      <a:pt x="2732" y="371"/>
                      <a:pt x="2732" y="371"/>
                    </a:cubicBezTo>
                    <a:cubicBezTo>
                      <a:pt x="2721" y="371"/>
                      <a:pt x="2706" y="386"/>
                      <a:pt x="2700" y="388"/>
                    </a:cubicBezTo>
                    <a:cubicBezTo>
                      <a:pt x="2693" y="390"/>
                      <a:pt x="2689" y="375"/>
                      <a:pt x="2685" y="366"/>
                    </a:cubicBezTo>
                    <a:cubicBezTo>
                      <a:pt x="2680" y="358"/>
                      <a:pt x="2672" y="366"/>
                      <a:pt x="2663" y="360"/>
                    </a:cubicBezTo>
                    <a:cubicBezTo>
                      <a:pt x="2654" y="353"/>
                      <a:pt x="2631" y="368"/>
                      <a:pt x="2631" y="368"/>
                    </a:cubicBezTo>
                    <a:cubicBezTo>
                      <a:pt x="2631" y="368"/>
                      <a:pt x="2603" y="390"/>
                      <a:pt x="2592" y="392"/>
                    </a:cubicBezTo>
                    <a:cubicBezTo>
                      <a:pt x="2581" y="394"/>
                      <a:pt x="2562" y="409"/>
                      <a:pt x="2553" y="412"/>
                    </a:cubicBezTo>
                    <a:cubicBezTo>
                      <a:pt x="2544" y="414"/>
                      <a:pt x="2523" y="437"/>
                      <a:pt x="2505" y="442"/>
                    </a:cubicBezTo>
                    <a:cubicBezTo>
                      <a:pt x="2488" y="446"/>
                      <a:pt x="2516" y="420"/>
                      <a:pt x="2523" y="414"/>
                    </a:cubicBezTo>
                    <a:cubicBezTo>
                      <a:pt x="2529" y="407"/>
                      <a:pt x="2536" y="399"/>
                      <a:pt x="2536" y="392"/>
                    </a:cubicBezTo>
                    <a:cubicBezTo>
                      <a:pt x="2536" y="386"/>
                      <a:pt x="2549" y="383"/>
                      <a:pt x="2562" y="377"/>
                    </a:cubicBezTo>
                    <a:cubicBezTo>
                      <a:pt x="2575" y="371"/>
                      <a:pt x="2575" y="366"/>
                      <a:pt x="2581" y="356"/>
                    </a:cubicBezTo>
                    <a:cubicBezTo>
                      <a:pt x="2587" y="345"/>
                      <a:pt x="2596" y="340"/>
                      <a:pt x="2594" y="334"/>
                    </a:cubicBezTo>
                    <a:cubicBezTo>
                      <a:pt x="2592" y="328"/>
                      <a:pt x="2605" y="321"/>
                      <a:pt x="2611" y="317"/>
                    </a:cubicBezTo>
                    <a:cubicBezTo>
                      <a:pt x="2618" y="312"/>
                      <a:pt x="2626" y="308"/>
                      <a:pt x="2639" y="295"/>
                    </a:cubicBezTo>
                    <a:cubicBezTo>
                      <a:pt x="2652" y="282"/>
                      <a:pt x="2641" y="282"/>
                      <a:pt x="2641" y="282"/>
                    </a:cubicBezTo>
                    <a:cubicBezTo>
                      <a:pt x="2641" y="282"/>
                      <a:pt x="2663" y="272"/>
                      <a:pt x="2670" y="265"/>
                    </a:cubicBezTo>
                    <a:cubicBezTo>
                      <a:pt x="2676" y="259"/>
                      <a:pt x="2676" y="246"/>
                      <a:pt x="2683" y="239"/>
                    </a:cubicBezTo>
                    <a:cubicBezTo>
                      <a:pt x="2689" y="233"/>
                      <a:pt x="2698" y="218"/>
                      <a:pt x="2687" y="207"/>
                    </a:cubicBezTo>
                    <a:cubicBezTo>
                      <a:pt x="2676" y="196"/>
                      <a:pt x="2678" y="194"/>
                      <a:pt x="2670" y="188"/>
                    </a:cubicBezTo>
                    <a:cubicBezTo>
                      <a:pt x="2661" y="181"/>
                      <a:pt x="2680" y="181"/>
                      <a:pt x="2695" y="179"/>
                    </a:cubicBezTo>
                    <a:cubicBezTo>
                      <a:pt x="2711" y="177"/>
                      <a:pt x="2693" y="138"/>
                      <a:pt x="2687" y="125"/>
                    </a:cubicBezTo>
                    <a:cubicBezTo>
                      <a:pt x="2680" y="112"/>
                      <a:pt x="2639" y="108"/>
                      <a:pt x="2633" y="103"/>
                    </a:cubicBezTo>
                    <a:cubicBezTo>
                      <a:pt x="2626" y="99"/>
                      <a:pt x="2575" y="101"/>
                      <a:pt x="2575" y="101"/>
                    </a:cubicBezTo>
                    <a:cubicBezTo>
                      <a:pt x="2575" y="101"/>
                      <a:pt x="2562" y="114"/>
                      <a:pt x="2546" y="114"/>
                    </a:cubicBezTo>
                    <a:cubicBezTo>
                      <a:pt x="2531" y="114"/>
                      <a:pt x="2555" y="91"/>
                      <a:pt x="2549" y="84"/>
                    </a:cubicBezTo>
                    <a:cubicBezTo>
                      <a:pt x="2542" y="78"/>
                      <a:pt x="2538" y="88"/>
                      <a:pt x="2531" y="86"/>
                    </a:cubicBezTo>
                    <a:cubicBezTo>
                      <a:pt x="2525" y="84"/>
                      <a:pt x="2531" y="67"/>
                      <a:pt x="2531" y="67"/>
                    </a:cubicBezTo>
                    <a:cubicBezTo>
                      <a:pt x="2531" y="67"/>
                      <a:pt x="2488" y="54"/>
                      <a:pt x="2488" y="47"/>
                    </a:cubicBezTo>
                    <a:cubicBezTo>
                      <a:pt x="2488" y="41"/>
                      <a:pt x="2544" y="26"/>
                      <a:pt x="2549" y="19"/>
                    </a:cubicBezTo>
                    <a:cubicBezTo>
                      <a:pt x="2553" y="13"/>
                      <a:pt x="2516" y="9"/>
                      <a:pt x="2501" y="4"/>
                    </a:cubicBezTo>
                    <a:cubicBezTo>
                      <a:pt x="2486" y="0"/>
                      <a:pt x="2464" y="11"/>
                      <a:pt x="2454" y="15"/>
                    </a:cubicBezTo>
                    <a:cubicBezTo>
                      <a:pt x="2443" y="19"/>
                      <a:pt x="2428" y="73"/>
                      <a:pt x="2421" y="82"/>
                    </a:cubicBezTo>
                    <a:cubicBezTo>
                      <a:pt x="2415" y="91"/>
                      <a:pt x="2432" y="112"/>
                      <a:pt x="2441" y="119"/>
                    </a:cubicBezTo>
                    <a:cubicBezTo>
                      <a:pt x="2449" y="125"/>
                      <a:pt x="2473" y="132"/>
                      <a:pt x="2462" y="136"/>
                    </a:cubicBezTo>
                    <a:cubicBezTo>
                      <a:pt x="2451" y="140"/>
                      <a:pt x="2430" y="132"/>
                      <a:pt x="2421" y="129"/>
                    </a:cubicBezTo>
                    <a:cubicBezTo>
                      <a:pt x="2413" y="127"/>
                      <a:pt x="2397" y="119"/>
                      <a:pt x="2387" y="123"/>
                    </a:cubicBezTo>
                    <a:cubicBezTo>
                      <a:pt x="2376" y="127"/>
                      <a:pt x="2391" y="155"/>
                      <a:pt x="2391" y="155"/>
                    </a:cubicBezTo>
                    <a:cubicBezTo>
                      <a:pt x="2391" y="155"/>
                      <a:pt x="2395" y="194"/>
                      <a:pt x="2389" y="192"/>
                    </a:cubicBezTo>
                    <a:cubicBezTo>
                      <a:pt x="2382" y="190"/>
                      <a:pt x="2372" y="168"/>
                      <a:pt x="2372" y="157"/>
                    </a:cubicBezTo>
                    <a:cubicBezTo>
                      <a:pt x="2372" y="147"/>
                      <a:pt x="2363" y="151"/>
                      <a:pt x="2350" y="155"/>
                    </a:cubicBezTo>
                    <a:cubicBezTo>
                      <a:pt x="2337" y="160"/>
                      <a:pt x="2331" y="164"/>
                      <a:pt x="2320" y="164"/>
                    </a:cubicBezTo>
                    <a:cubicBezTo>
                      <a:pt x="2309" y="164"/>
                      <a:pt x="2311" y="147"/>
                      <a:pt x="2307" y="138"/>
                    </a:cubicBezTo>
                    <a:cubicBezTo>
                      <a:pt x="2302" y="129"/>
                      <a:pt x="2279" y="151"/>
                      <a:pt x="2270" y="153"/>
                    </a:cubicBezTo>
                    <a:cubicBezTo>
                      <a:pt x="2261" y="155"/>
                      <a:pt x="2238" y="170"/>
                      <a:pt x="2242" y="183"/>
                    </a:cubicBezTo>
                    <a:cubicBezTo>
                      <a:pt x="2246" y="196"/>
                      <a:pt x="2216" y="198"/>
                      <a:pt x="2210" y="200"/>
                    </a:cubicBezTo>
                    <a:cubicBezTo>
                      <a:pt x="2203" y="203"/>
                      <a:pt x="2173" y="218"/>
                      <a:pt x="2160" y="215"/>
                    </a:cubicBezTo>
                    <a:cubicBezTo>
                      <a:pt x="2147" y="213"/>
                      <a:pt x="2149" y="222"/>
                      <a:pt x="2143" y="231"/>
                    </a:cubicBezTo>
                    <a:cubicBezTo>
                      <a:pt x="2136" y="239"/>
                      <a:pt x="2125" y="265"/>
                      <a:pt x="2110" y="265"/>
                    </a:cubicBezTo>
                    <a:cubicBezTo>
                      <a:pt x="2095" y="265"/>
                      <a:pt x="2108" y="302"/>
                      <a:pt x="2108" y="317"/>
                    </a:cubicBezTo>
                    <a:cubicBezTo>
                      <a:pt x="2108" y="332"/>
                      <a:pt x="2125" y="373"/>
                      <a:pt x="2117" y="379"/>
                    </a:cubicBezTo>
                    <a:cubicBezTo>
                      <a:pt x="2108" y="386"/>
                      <a:pt x="2095" y="362"/>
                      <a:pt x="2095" y="362"/>
                    </a:cubicBezTo>
                    <a:cubicBezTo>
                      <a:pt x="2095" y="362"/>
                      <a:pt x="1981" y="381"/>
                      <a:pt x="1974" y="383"/>
                    </a:cubicBezTo>
                    <a:cubicBezTo>
                      <a:pt x="1968" y="386"/>
                      <a:pt x="1989" y="457"/>
                      <a:pt x="1996" y="468"/>
                    </a:cubicBezTo>
                    <a:cubicBezTo>
                      <a:pt x="2002" y="478"/>
                      <a:pt x="2024" y="489"/>
                      <a:pt x="2026" y="502"/>
                    </a:cubicBezTo>
                    <a:cubicBezTo>
                      <a:pt x="2028" y="515"/>
                      <a:pt x="2035" y="554"/>
                      <a:pt x="2032" y="564"/>
                    </a:cubicBezTo>
                    <a:cubicBezTo>
                      <a:pt x="2030" y="575"/>
                      <a:pt x="2035" y="623"/>
                      <a:pt x="2035" y="623"/>
                    </a:cubicBezTo>
                    <a:cubicBezTo>
                      <a:pt x="2035" y="623"/>
                      <a:pt x="2017" y="616"/>
                      <a:pt x="2011" y="608"/>
                    </a:cubicBezTo>
                    <a:cubicBezTo>
                      <a:pt x="2004" y="599"/>
                      <a:pt x="1998" y="560"/>
                      <a:pt x="1994" y="545"/>
                    </a:cubicBezTo>
                    <a:cubicBezTo>
                      <a:pt x="1989" y="530"/>
                      <a:pt x="2011" y="536"/>
                      <a:pt x="2022" y="528"/>
                    </a:cubicBezTo>
                    <a:cubicBezTo>
                      <a:pt x="2032" y="519"/>
                      <a:pt x="2007" y="515"/>
                      <a:pt x="1994" y="513"/>
                    </a:cubicBezTo>
                    <a:cubicBezTo>
                      <a:pt x="1981" y="511"/>
                      <a:pt x="1985" y="506"/>
                      <a:pt x="1978" y="500"/>
                    </a:cubicBezTo>
                    <a:cubicBezTo>
                      <a:pt x="1972" y="493"/>
                      <a:pt x="1953" y="480"/>
                      <a:pt x="1940" y="465"/>
                    </a:cubicBezTo>
                    <a:cubicBezTo>
                      <a:pt x="1927" y="450"/>
                      <a:pt x="1920" y="470"/>
                      <a:pt x="1914" y="476"/>
                    </a:cubicBezTo>
                    <a:cubicBezTo>
                      <a:pt x="1907" y="483"/>
                      <a:pt x="1927" y="504"/>
                      <a:pt x="1927" y="504"/>
                    </a:cubicBezTo>
                    <a:cubicBezTo>
                      <a:pt x="1903" y="500"/>
                      <a:pt x="1903" y="500"/>
                      <a:pt x="1903" y="500"/>
                    </a:cubicBezTo>
                    <a:cubicBezTo>
                      <a:pt x="1883" y="513"/>
                      <a:pt x="1883" y="513"/>
                      <a:pt x="1883" y="513"/>
                    </a:cubicBezTo>
                    <a:cubicBezTo>
                      <a:pt x="1883" y="513"/>
                      <a:pt x="1894" y="534"/>
                      <a:pt x="1901" y="539"/>
                    </a:cubicBezTo>
                    <a:cubicBezTo>
                      <a:pt x="1907" y="543"/>
                      <a:pt x="1916" y="562"/>
                      <a:pt x="1909" y="564"/>
                    </a:cubicBezTo>
                    <a:cubicBezTo>
                      <a:pt x="1903" y="567"/>
                      <a:pt x="1875" y="556"/>
                      <a:pt x="1868" y="549"/>
                    </a:cubicBezTo>
                    <a:cubicBezTo>
                      <a:pt x="1862" y="543"/>
                      <a:pt x="1864" y="519"/>
                      <a:pt x="1864" y="506"/>
                    </a:cubicBezTo>
                    <a:cubicBezTo>
                      <a:pt x="1864" y="493"/>
                      <a:pt x="1862" y="446"/>
                      <a:pt x="1851" y="448"/>
                    </a:cubicBezTo>
                    <a:cubicBezTo>
                      <a:pt x="1840" y="450"/>
                      <a:pt x="1849" y="483"/>
                      <a:pt x="1849" y="483"/>
                    </a:cubicBezTo>
                    <a:cubicBezTo>
                      <a:pt x="1849" y="483"/>
                      <a:pt x="1827" y="506"/>
                      <a:pt x="1821" y="511"/>
                    </a:cubicBezTo>
                    <a:cubicBezTo>
                      <a:pt x="1814" y="515"/>
                      <a:pt x="1814" y="541"/>
                      <a:pt x="1817" y="549"/>
                    </a:cubicBezTo>
                    <a:cubicBezTo>
                      <a:pt x="1819" y="558"/>
                      <a:pt x="1821" y="603"/>
                      <a:pt x="1821" y="603"/>
                    </a:cubicBezTo>
                    <a:cubicBezTo>
                      <a:pt x="1821" y="603"/>
                      <a:pt x="1832" y="664"/>
                      <a:pt x="1829" y="672"/>
                    </a:cubicBezTo>
                    <a:cubicBezTo>
                      <a:pt x="1827" y="681"/>
                      <a:pt x="1847" y="685"/>
                      <a:pt x="1855" y="685"/>
                    </a:cubicBezTo>
                    <a:cubicBezTo>
                      <a:pt x="1864" y="685"/>
                      <a:pt x="1886" y="689"/>
                      <a:pt x="1892" y="696"/>
                    </a:cubicBezTo>
                    <a:cubicBezTo>
                      <a:pt x="1899" y="702"/>
                      <a:pt x="1914" y="741"/>
                      <a:pt x="1912" y="752"/>
                    </a:cubicBezTo>
                    <a:cubicBezTo>
                      <a:pt x="1909" y="763"/>
                      <a:pt x="1935" y="784"/>
                      <a:pt x="1935" y="784"/>
                    </a:cubicBezTo>
                    <a:cubicBezTo>
                      <a:pt x="1935" y="784"/>
                      <a:pt x="1909" y="786"/>
                      <a:pt x="1903" y="778"/>
                    </a:cubicBezTo>
                    <a:cubicBezTo>
                      <a:pt x="1896" y="769"/>
                      <a:pt x="1899" y="752"/>
                      <a:pt x="1894" y="735"/>
                    </a:cubicBezTo>
                    <a:cubicBezTo>
                      <a:pt x="1890" y="717"/>
                      <a:pt x="1886" y="717"/>
                      <a:pt x="1871" y="707"/>
                    </a:cubicBezTo>
                    <a:cubicBezTo>
                      <a:pt x="1855" y="696"/>
                      <a:pt x="1853" y="713"/>
                      <a:pt x="1847" y="717"/>
                    </a:cubicBezTo>
                    <a:cubicBezTo>
                      <a:pt x="1840" y="722"/>
                      <a:pt x="1838" y="741"/>
                      <a:pt x="1836" y="754"/>
                    </a:cubicBezTo>
                    <a:cubicBezTo>
                      <a:pt x="1834" y="767"/>
                      <a:pt x="1829" y="788"/>
                      <a:pt x="1829" y="804"/>
                    </a:cubicBezTo>
                    <a:cubicBezTo>
                      <a:pt x="1829" y="819"/>
                      <a:pt x="1808" y="838"/>
                      <a:pt x="1788" y="842"/>
                    </a:cubicBezTo>
                    <a:cubicBezTo>
                      <a:pt x="1769" y="847"/>
                      <a:pt x="1745" y="849"/>
                      <a:pt x="1730" y="842"/>
                    </a:cubicBezTo>
                    <a:cubicBezTo>
                      <a:pt x="1715" y="836"/>
                      <a:pt x="1730" y="827"/>
                      <a:pt x="1730" y="827"/>
                    </a:cubicBezTo>
                    <a:cubicBezTo>
                      <a:pt x="1730" y="827"/>
                      <a:pt x="1776" y="810"/>
                      <a:pt x="1782" y="801"/>
                    </a:cubicBezTo>
                    <a:cubicBezTo>
                      <a:pt x="1788" y="793"/>
                      <a:pt x="1804" y="756"/>
                      <a:pt x="1808" y="745"/>
                    </a:cubicBezTo>
                    <a:cubicBezTo>
                      <a:pt x="1812" y="735"/>
                      <a:pt x="1814" y="720"/>
                      <a:pt x="1804" y="717"/>
                    </a:cubicBezTo>
                    <a:cubicBezTo>
                      <a:pt x="1793" y="715"/>
                      <a:pt x="1799" y="679"/>
                      <a:pt x="1797" y="666"/>
                    </a:cubicBezTo>
                    <a:cubicBezTo>
                      <a:pt x="1795" y="653"/>
                      <a:pt x="1793" y="582"/>
                      <a:pt x="1791" y="571"/>
                    </a:cubicBezTo>
                    <a:cubicBezTo>
                      <a:pt x="1788" y="560"/>
                      <a:pt x="1786" y="552"/>
                      <a:pt x="1778" y="539"/>
                    </a:cubicBezTo>
                    <a:cubicBezTo>
                      <a:pt x="1769" y="526"/>
                      <a:pt x="1791" y="496"/>
                      <a:pt x="1795" y="483"/>
                    </a:cubicBezTo>
                    <a:cubicBezTo>
                      <a:pt x="1799" y="470"/>
                      <a:pt x="1801" y="450"/>
                      <a:pt x="1797" y="444"/>
                    </a:cubicBezTo>
                    <a:cubicBezTo>
                      <a:pt x="1793" y="437"/>
                      <a:pt x="1763" y="429"/>
                      <a:pt x="1763" y="429"/>
                    </a:cubicBezTo>
                    <a:cubicBezTo>
                      <a:pt x="1763" y="429"/>
                      <a:pt x="1763" y="399"/>
                      <a:pt x="1756" y="401"/>
                    </a:cubicBezTo>
                    <a:cubicBezTo>
                      <a:pt x="1750" y="403"/>
                      <a:pt x="1730" y="422"/>
                      <a:pt x="1730" y="422"/>
                    </a:cubicBezTo>
                    <a:cubicBezTo>
                      <a:pt x="1730" y="422"/>
                      <a:pt x="1706" y="524"/>
                      <a:pt x="1709" y="532"/>
                    </a:cubicBezTo>
                    <a:cubicBezTo>
                      <a:pt x="1711" y="541"/>
                      <a:pt x="1680" y="556"/>
                      <a:pt x="1670" y="564"/>
                    </a:cubicBezTo>
                    <a:cubicBezTo>
                      <a:pt x="1659" y="573"/>
                      <a:pt x="1665" y="590"/>
                      <a:pt x="1670" y="597"/>
                    </a:cubicBezTo>
                    <a:cubicBezTo>
                      <a:pt x="1674" y="603"/>
                      <a:pt x="1680" y="629"/>
                      <a:pt x="1680" y="629"/>
                    </a:cubicBezTo>
                    <a:cubicBezTo>
                      <a:pt x="1680" y="629"/>
                      <a:pt x="1672" y="644"/>
                      <a:pt x="1670" y="653"/>
                    </a:cubicBezTo>
                    <a:cubicBezTo>
                      <a:pt x="1668" y="661"/>
                      <a:pt x="1689" y="666"/>
                      <a:pt x="1689" y="666"/>
                    </a:cubicBezTo>
                    <a:cubicBezTo>
                      <a:pt x="1702" y="692"/>
                      <a:pt x="1702" y="692"/>
                      <a:pt x="1702" y="692"/>
                    </a:cubicBezTo>
                    <a:cubicBezTo>
                      <a:pt x="1719" y="711"/>
                      <a:pt x="1719" y="711"/>
                      <a:pt x="1719" y="711"/>
                    </a:cubicBezTo>
                    <a:cubicBezTo>
                      <a:pt x="1719" y="711"/>
                      <a:pt x="1722" y="737"/>
                      <a:pt x="1713" y="743"/>
                    </a:cubicBezTo>
                    <a:cubicBezTo>
                      <a:pt x="1704" y="750"/>
                      <a:pt x="1678" y="720"/>
                      <a:pt x="1670" y="713"/>
                    </a:cubicBezTo>
                    <a:cubicBezTo>
                      <a:pt x="1661" y="707"/>
                      <a:pt x="1624" y="674"/>
                      <a:pt x="1611" y="666"/>
                    </a:cubicBezTo>
                    <a:cubicBezTo>
                      <a:pt x="1598" y="657"/>
                      <a:pt x="1579" y="653"/>
                      <a:pt x="1566" y="651"/>
                    </a:cubicBezTo>
                    <a:cubicBezTo>
                      <a:pt x="1553" y="648"/>
                      <a:pt x="1514" y="625"/>
                      <a:pt x="1506" y="612"/>
                    </a:cubicBezTo>
                    <a:cubicBezTo>
                      <a:pt x="1497" y="599"/>
                      <a:pt x="1493" y="618"/>
                      <a:pt x="1493" y="627"/>
                    </a:cubicBezTo>
                    <a:cubicBezTo>
                      <a:pt x="1493" y="636"/>
                      <a:pt x="1523" y="672"/>
                      <a:pt x="1536" y="681"/>
                    </a:cubicBezTo>
                    <a:cubicBezTo>
                      <a:pt x="1549" y="689"/>
                      <a:pt x="1525" y="707"/>
                      <a:pt x="1525" y="707"/>
                    </a:cubicBezTo>
                    <a:cubicBezTo>
                      <a:pt x="1525" y="707"/>
                      <a:pt x="1516" y="728"/>
                      <a:pt x="1508" y="737"/>
                    </a:cubicBezTo>
                    <a:cubicBezTo>
                      <a:pt x="1499" y="745"/>
                      <a:pt x="1493" y="735"/>
                      <a:pt x="1484" y="724"/>
                    </a:cubicBezTo>
                    <a:cubicBezTo>
                      <a:pt x="1475" y="713"/>
                      <a:pt x="1480" y="704"/>
                      <a:pt x="1473" y="709"/>
                    </a:cubicBezTo>
                    <a:cubicBezTo>
                      <a:pt x="1467" y="713"/>
                      <a:pt x="1452" y="717"/>
                      <a:pt x="1441" y="724"/>
                    </a:cubicBezTo>
                    <a:cubicBezTo>
                      <a:pt x="1430" y="730"/>
                      <a:pt x="1408" y="737"/>
                      <a:pt x="1404" y="743"/>
                    </a:cubicBezTo>
                    <a:cubicBezTo>
                      <a:pt x="1400" y="750"/>
                      <a:pt x="1372" y="767"/>
                      <a:pt x="1363" y="760"/>
                    </a:cubicBezTo>
                    <a:cubicBezTo>
                      <a:pt x="1354" y="754"/>
                      <a:pt x="1374" y="724"/>
                      <a:pt x="1365" y="713"/>
                    </a:cubicBezTo>
                    <a:cubicBezTo>
                      <a:pt x="1357" y="702"/>
                      <a:pt x="1346" y="726"/>
                      <a:pt x="1333" y="737"/>
                    </a:cubicBezTo>
                    <a:cubicBezTo>
                      <a:pt x="1320" y="748"/>
                      <a:pt x="1279" y="769"/>
                      <a:pt x="1268" y="776"/>
                    </a:cubicBezTo>
                    <a:cubicBezTo>
                      <a:pt x="1257" y="782"/>
                      <a:pt x="1246" y="821"/>
                      <a:pt x="1246" y="821"/>
                    </a:cubicBezTo>
                    <a:cubicBezTo>
                      <a:pt x="1246" y="821"/>
                      <a:pt x="1227" y="832"/>
                      <a:pt x="1214" y="832"/>
                    </a:cubicBezTo>
                    <a:cubicBezTo>
                      <a:pt x="1201" y="832"/>
                      <a:pt x="1201" y="797"/>
                      <a:pt x="1199" y="784"/>
                    </a:cubicBezTo>
                    <a:cubicBezTo>
                      <a:pt x="1197" y="771"/>
                      <a:pt x="1223" y="756"/>
                      <a:pt x="1227" y="743"/>
                    </a:cubicBezTo>
                    <a:cubicBezTo>
                      <a:pt x="1231" y="730"/>
                      <a:pt x="1175" y="720"/>
                      <a:pt x="1175" y="720"/>
                    </a:cubicBezTo>
                    <a:cubicBezTo>
                      <a:pt x="1175" y="720"/>
                      <a:pt x="1171" y="765"/>
                      <a:pt x="1175" y="773"/>
                    </a:cubicBezTo>
                    <a:cubicBezTo>
                      <a:pt x="1179" y="782"/>
                      <a:pt x="1162" y="795"/>
                      <a:pt x="1162" y="795"/>
                    </a:cubicBezTo>
                    <a:cubicBezTo>
                      <a:pt x="1177" y="823"/>
                      <a:pt x="1177" y="823"/>
                      <a:pt x="1177" y="823"/>
                    </a:cubicBezTo>
                    <a:cubicBezTo>
                      <a:pt x="1177" y="823"/>
                      <a:pt x="1177" y="862"/>
                      <a:pt x="1167" y="864"/>
                    </a:cubicBezTo>
                    <a:cubicBezTo>
                      <a:pt x="1156" y="866"/>
                      <a:pt x="1145" y="838"/>
                      <a:pt x="1134" y="838"/>
                    </a:cubicBezTo>
                    <a:cubicBezTo>
                      <a:pt x="1123" y="838"/>
                      <a:pt x="1115" y="870"/>
                      <a:pt x="1102" y="881"/>
                    </a:cubicBezTo>
                    <a:cubicBezTo>
                      <a:pt x="1089" y="892"/>
                      <a:pt x="1084" y="909"/>
                      <a:pt x="1089" y="916"/>
                    </a:cubicBezTo>
                    <a:cubicBezTo>
                      <a:pt x="1093" y="922"/>
                      <a:pt x="1093" y="935"/>
                      <a:pt x="1089" y="941"/>
                    </a:cubicBezTo>
                    <a:cubicBezTo>
                      <a:pt x="1084" y="948"/>
                      <a:pt x="1072" y="954"/>
                      <a:pt x="1061" y="952"/>
                    </a:cubicBezTo>
                    <a:cubicBezTo>
                      <a:pt x="1050" y="950"/>
                      <a:pt x="1046" y="941"/>
                      <a:pt x="1037" y="931"/>
                    </a:cubicBezTo>
                    <a:cubicBezTo>
                      <a:pt x="1028" y="920"/>
                      <a:pt x="1018" y="935"/>
                      <a:pt x="1018" y="941"/>
                    </a:cubicBezTo>
                    <a:cubicBezTo>
                      <a:pt x="1018" y="948"/>
                      <a:pt x="1039" y="980"/>
                      <a:pt x="1039" y="987"/>
                    </a:cubicBezTo>
                    <a:cubicBezTo>
                      <a:pt x="1039" y="993"/>
                      <a:pt x="1013" y="985"/>
                      <a:pt x="1009" y="978"/>
                    </a:cubicBezTo>
                    <a:cubicBezTo>
                      <a:pt x="1005" y="972"/>
                      <a:pt x="974" y="935"/>
                      <a:pt x="966" y="926"/>
                    </a:cubicBezTo>
                    <a:cubicBezTo>
                      <a:pt x="957" y="918"/>
                      <a:pt x="964" y="879"/>
                      <a:pt x="959" y="857"/>
                    </a:cubicBezTo>
                    <a:cubicBezTo>
                      <a:pt x="955" y="836"/>
                      <a:pt x="938" y="840"/>
                      <a:pt x="931" y="825"/>
                    </a:cubicBezTo>
                    <a:cubicBezTo>
                      <a:pt x="925" y="810"/>
                      <a:pt x="996" y="853"/>
                      <a:pt x="1002" y="855"/>
                    </a:cubicBezTo>
                    <a:cubicBezTo>
                      <a:pt x="1009" y="857"/>
                      <a:pt x="1039" y="864"/>
                      <a:pt x="1065" y="864"/>
                    </a:cubicBezTo>
                    <a:cubicBezTo>
                      <a:pt x="1091" y="864"/>
                      <a:pt x="1104" y="806"/>
                      <a:pt x="1100" y="788"/>
                    </a:cubicBezTo>
                    <a:cubicBezTo>
                      <a:pt x="1095" y="771"/>
                      <a:pt x="1054" y="735"/>
                      <a:pt x="1037" y="724"/>
                    </a:cubicBezTo>
                    <a:cubicBezTo>
                      <a:pt x="1020" y="713"/>
                      <a:pt x="968" y="683"/>
                      <a:pt x="957" y="681"/>
                    </a:cubicBezTo>
                    <a:cubicBezTo>
                      <a:pt x="946" y="679"/>
                      <a:pt x="931" y="666"/>
                      <a:pt x="923" y="657"/>
                    </a:cubicBezTo>
                    <a:cubicBezTo>
                      <a:pt x="914" y="648"/>
                      <a:pt x="905" y="657"/>
                      <a:pt x="890" y="653"/>
                    </a:cubicBezTo>
                    <a:cubicBezTo>
                      <a:pt x="875" y="648"/>
                      <a:pt x="862" y="644"/>
                      <a:pt x="851" y="642"/>
                    </a:cubicBezTo>
                    <a:cubicBezTo>
                      <a:pt x="840" y="640"/>
                      <a:pt x="860" y="618"/>
                      <a:pt x="875" y="603"/>
                    </a:cubicBezTo>
                    <a:cubicBezTo>
                      <a:pt x="890" y="588"/>
                      <a:pt x="858" y="592"/>
                      <a:pt x="849" y="597"/>
                    </a:cubicBezTo>
                    <a:cubicBezTo>
                      <a:pt x="840" y="601"/>
                      <a:pt x="834" y="608"/>
                      <a:pt x="827" y="605"/>
                    </a:cubicBezTo>
                    <a:cubicBezTo>
                      <a:pt x="821" y="603"/>
                      <a:pt x="827" y="590"/>
                      <a:pt x="821" y="584"/>
                    </a:cubicBezTo>
                    <a:cubicBezTo>
                      <a:pt x="815" y="577"/>
                      <a:pt x="815" y="592"/>
                      <a:pt x="812" y="599"/>
                    </a:cubicBezTo>
                    <a:cubicBezTo>
                      <a:pt x="810" y="605"/>
                      <a:pt x="797" y="608"/>
                      <a:pt x="789" y="597"/>
                    </a:cubicBezTo>
                    <a:cubicBezTo>
                      <a:pt x="780" y="586"/>
                      <a:pt x="791" y="580"/>
                      <a:pt x="778" y="584"/>
                    </a:cubicBezTo>
                    <a:cubicBezTo>
                      <a:pt x="765" y="588"/>
                      <a:pt x="767" y="616"/>
                      <a:pt x="761" y="627"/>
                    </a:cubicBezTo>
                    <a:cubicBezTo>
                      <a:pt x="754" y="638"/>
                      <a:pt x="752" y="610"/>
                      <a:pt x="745" y="605"/>
                    </a:cubicBezTo>
                    <a:cubicBezTo>
                      <a:pt x="739" y="601"/>
                      <a:pt x="756" y="577"/>
                      <a:pt x="761" y="564"/>
                    </a:cubicBezTo>
                    <a:cubicBezTo>
                      <a:pt x="765" y="552"/>
                      <a:pt x="728" y="592"/>
                      <a:pt x="726" y="599"/>
                    </a:cubicBezTo>
                    <a:cubicBezTo>
                      <a:pt x="724" y="605"/>
                      <a:pt x="713" y="623"/>
                      <a:pt x="707" y="627"/>
                    </a:cubicBezTo>
                    <a:cubicBezTo>
                      <a:pt x="700" y="631"/>
                      <a:pt x="696" y="620"/>
                      <a:pt x="694" y="612"/>
                    </a:cubicBezTo>
                    <a:cubicBezTo>
                      <a:pt x="691" y="603"/>
                      <a:pt x="685" y="610"/>
                      <a:pt x="670" y="614"/>
                    </a:cubicBezTo>
                    <a:cubicBezTo>
                      <a:pt x="655" y="618"/>
                      <a:pt x="674" y="627"/>
                      <a:pt x="672" y="633"/>
                    </a:cubicBezTo>
                    <a:cubicBezTo>
                      <a:pt x="670" y="640"/>
                      <a:pt x="653" y="651"/>
                      <a:pt x="646" y="651"/>
                    </a:cubicBezTo>
                    <a:cubicBezTo>
                      <a:pt x="640" y="651"/>
                      <a:pt x="627" y="651"/>
                      <a:pt x="609" y="642"/>
                    </a:cubicBezTo>
                    <a:cubicBezTo>
                      <a:pt x="609" y="642"/>
                      <a:pt x="599" y="666"/>
                      <a:pt x="592" y="666"/>
                    </a:cubicBezTo>
                    <a:cubicBezTo>
                      <a:pt x="586" y="666"/>
                      <a:pt x="577" y="668"/>
                      <a:pt x="577" y="674"/>
                    </a:cubicBezTo>
                    <a:cubicBezTo>
                      <a:pt x="577" y="681"/>
                      <a:pt x="586" y="692"/>
                      <a:pt x="586" y="692"/>
                    </a:cubicBezTo>
                    <a:cubicBezTo>
                      <a:pt x="586" y="692"/>
                      <a:pt x="581" y="707"/>
                      <a:pt x="573" y="711"/>
                    </a:cubicBezTo>
                    <a:cubicBezTo>
                      <a:pt x="564" y="715"/>
                      <a:pt x="553" y="709"/>
                      <a:pt x="551" y="694"/>
                    </a:cubicBezTo>
                    <a:cubicBezTo>
                      <a:pt x="549" y="679"/>
                      <a:pt x="538" y="700"/>
                      <a:pt x="534" y="707"/>
                    </a:cubicBezTo>
                    <a:cubicBezTo>
                      <a:pt x="529" y="713"/>
                      <a:pt x="506" y="743"/>
                      <a:pt x="504" y="756"/>
                    </a:cubicBezTo>
                    <a:cubicBezTo>
                      <a:pt x="501" y="769"/>
                      <a:pt x="540" y="726"/>
                      <a:pt x="540" y="726"/>
                    </a:cubicBezTo>
                    <a:cubicBezTo>
                      <a:pt x="540" y="726"/>
                      <a:pt x="553" y="735"/>
                      <a:pt x="568" y="732"/>
                    </a:cubicBezTo>
                    <a:cubicBezTo>
                      <a:pt x="583" y="730"/>
                      <a:pt x="558" y="756"/>
                      <a:pt x="547" y="756"/>
                    </a:cubicBezTo>
                    <a:cubicBezTo>
                      <a:pt x="536" y="756"/>
                      <a:pt x="525" y="780"/>
                      <a:pt x="525" y="780"/>
                    </a:cubicBezTo>
                    <a:cubicBezTo>
                      <a:pt x="508" y="812"/>
                      <a:pt x="508" y="812"/>
                      <a:pt x="508" y="812"/>
                    </a:cubicBezTo>
                    <a:cubicBezTo>
                      <a:pt x="506" y="827"/>
                      <a:pt x="506" y="827"/>
                      <a:pt x="506" y="827"/>
                    </a:cubicBezTo>
                    <a:cubicBezTo>
                      <a:pt x="506" y="827"/>
                      <a:pt x="497" y="855"/>
                      <a:pt x="488" y="853"/>
                    </a:cubicBezTo>
                    <a:cubicBezTo>
                      <a:pt x="480" y="851"/>
                      <a:pt x="480" y="866"/>
                      <a:pt x="478" y="873"/>
                    </a:cubicBezTo>
                    <a:cubicBezTo>
                      <a:pt x="475" y="879"/>
                      <a:pt x="473" y="892"/>
                      <a:pt x="473" y="892"/>
                    </a:cubicBezTo>
                    <a:cubicBezTo>
                      <a:pt x="467" y="913"/>
                      <a:pt x="467" y="913"/>
                      <a:pt x="467" y="913"/>
                    </a:cubicBezTo>
                    <a:cubicBezTo>
                      <a:pt x="450" y="922"/>
                      <a:pt x="450" y="922"/>
                      <a:pt x="450" y="922"/>
                    </a:cubicBezTo>
                    <a:cubicBezTo>
                      <a:pt x="458" y="950"/>
                      <a:pt x="458" y="950"/>
                      <a:pt x="458" y="950"/>
                    </a:cubicBezTo>
                    <a:cubicBezTo>
                      <a:pt x="458" y="950"/>
                      <a:pt x="441" y="972"/>
                      <a:pt x="434" y="974"/>
                    </a:cubicBezTo>
                    <a:cubicBezTo>
                      <a:pt x="428" y="976"/>
                      <a:pt x="424" y="991"/>
                      <a:pt x="424" y="991"/>
                    </a:cubicBezTo>
                    <a:cubicBezTo>
                      <a:pt x="408" y="1013"/>
                      <a:pt x="408" y="1013"/>
                      <a:pt x="408" y="1013"/>
                    </a:cubicBezTo>
                    <a:cubicBezTo>
                      <a:pt x="408" y="1013"/>
                      <a:pt x="393" y="1004"/>
                      <a:pt x="385" y="1006"/>
                    </a:cubicBezTo>
                    <a:cubicBezTo>
                      <a:pt x="376" y="1008"/>
                      <a:pt x="385" y="1030"/>
                      <a:pt x="385" y="1030"/>
                    </a:cubicBezTo>
                    <a:cubicBezTo>
                      <a:pt x="365" y="1034"/>
                      <a:pt x="365" y="1034"/>
                      <a:pt x="365" y="1034"/>
                    </a:cubicBezTo>
                    <a:cubicBezTo>
                      <a:pt x="357" y="1049"/>
                      <a:pt x="357" y="1049"/>
                      <a:pt x="357" y="1049"/>
                    </a:cubicBezTo>
                    <a:cubicBezTo>
                      <a:pt x="357" y="1049"/>
                      <a:pt x="346" y="1053"/>
                      <a:pt x="339" y="1053"/>
                    </a:cubicBezTo>
                    <a:cubicBezTo>
                      <a:pt x="333" y="1053"/>
                      <a:pt x="337" y="1069"/>
                      <a:pt x="337" y="1069"/>
                    </a:cubicBezTo>
                    <a:cubicBezTo>
                      <a:pt x="311" y="1086"/>
                      <a:pt x="311" y="1086"/>
                      <a:pt x="311" y="1086"/>
                    </a:cubicBezTo>
                    <a:cubicBezTo>
                      <a:pt x="322" y="1118"/>
                      <a:pt x="322" y="1118"/>
                      <a:pt x="322" y="1118"/>
                    </a:cubicBezTo>
                    <a:cubicBezTo>
                      <a:pt x="322" y="1118"/>
                      <a:pt x="326" y="1131"/>
                      <a:pt x="329" y="1144"/>
                    </a:cubicBezTo>
                    <a:cubicBezTo>
                      <a:pt x="331" y="1157"/>
                      <a:pt x="326" y="1155"/>
                      <a:pt x="326" y="1155"/>
                    </a:cubicBezTo>
                    <a:cubicBezTo>
                      <a:pt x="326" y="1155"/>
                      <a:pt x="329" y="1183"/>
                      <a:pt x="335" y="1193"/>
                    </a:cubicBezTo>
                    <a:cubicBezTo>
                      <a:pt x="342" y="1204"/>
                      <a:pt x="333" y="1211"/>
                      <a:pt x="333" y="1211"/>
                    </a:cubicBezTo>
                    <a:cubicBezTo>
                      <a:pt x="333" y="1211"/>
                      <a:pt x="329" y="1232"/>
                      <a:pt x="329" y="1243"/>
                    </a:cubicBezTo>
                    <a:cubicBezTo>
                      <a:pt x="329" y="1254"/>
                      <a:pt x="350" y="1262"/>
                      <a:pt x="359" y="1262"/>
                    </a:cubicBezTo>
                    <a:cubicBezTo>
                      <a:pt x="368" y="1262"/>
                      <a:pt x="380" y="1258"/>
                      <a:pt x="391" y="1252"/>
                    </a:cubicBezTo>
                    <a:cubicBezTo>
                      <a:pt x="402" y="1245"/>
                      <a:pt x="413" y="1241"/>
                      <a:pt x="421" y="1232"/>
                    </a:cubicBezTo>
                    <a:cubicBezTo>
                      <a:pt x="430" y="1224"/>
                      <a:pt x="441" y="1206"/>
                      <a:pt x="441" y="1206"/>
                    </a:cubicBezTo>
                    <a:cubicBezTo>
                      <a:pt x="441" y="1206"/>
                      <a:pt x="447" y="1217"/>
                      <a:pt x="454" y="1228"/>
                    </a:cubicBezTo>
                    <a:cubicBezTo>
                      <a:pt x="460" y="1239"/>
                      <a:pt x="460" y="1254"/>
                      <a:pt x="460" y="1260"/>
                    </a:cubicBezTo>
                    <a:cubicBezTo>
                      <a:pt x="460" y="1267"/>
                      <a:pt x="471" y="1297"/>
                      <a:pt x="471" y="1308"/>
                    </a:cubicBezTo>
                    <a:cubicBezTo>
                      <a:pt x="471" y="1318"/>
                      <a:pt x="486" y="1349"/>
                      <a:pt x="486" y="1349"/>
                    </a:cubicBezTo>
                    <a:cubicBezTo>
                      <a:pt x="510" y="1349"/>
                      <a:pt x="510" y="1349"/>
                      <a:pt x="510" y="1349"/>
                    </a:cubicBezTo>
                    <a:cubicBezTo>
                      <a:pt x="510" y="1349"/>
                      <a:pt x="525" y="1342"/>
                      <a:pt x="534" y="1338"/>
                    </a:cubicBezTo>
                    <a:cubicBezTo>
                      <a:pt x="542" y="1333"/>
                      <a:pt x="547" y="1349"/>
                      <a:pt x="558" y="1344"/>
                    </a:cubicBezTo>
                    <a:cubicBezTo>
                      <a:pt x="568" y="1340"/>
                      <a:pt x="562" y="1329"/>
                      <a:pt x="562" y="1321"/>
                    </a:cubicBezTo>
                    <a:cubicBezTo>
                      <a:pt x="562" y="1312"/>
                      <a:pt x="568" y="1295"/>
                      <a:pt x="564" y="1280"/>
                    </a:cubicBezTo>
                    <a:cubicBezTo>
                      <a:pt x="560" y="1265"/>
                      <a:pt x="573" y="1252"/>
                      <a:pt x="577" y="1243"/>
                    </a:cubicBezTo>
                    <a:cubicBezTo>
                      <a:pt x="581" y="1234"/>
                      <a:pt x="594" y="1228"/>
                      <a:pt x="588" y="1226"/>
                    </a:cubicBezTo>
                    <a:cubicBezTo>
                      <a:pt x="581" y="1224"/>
                      <a:pt x="568" y="1226"/>
                      <a:pt x="566" y="1217"/>
                    </a:cubicBezTo>
                    <a:cubicBezTo>
                      <a:pt x="564" y="1209"/>
                      <a:pt x="570" y="1206"/>
                      <a:pt x="579" y="1204"/>
                    </a:cubicBezTo>
                    <a:cubicBezTo>
                      <a:pt x="588" y="1202"/>
                      <a:pt x="594" y="1206"/>
                      <a:pt x="603" y="1200"/>
                    </a:cubicBezTo>
                    <a:cubicBezTo>
                      <a:pt x="612" y="1193"/>
                      <a:pt x="605" y="1181"/>
                      <a:pt x="607" y="1170"/>
                    </a:cubicBezTo>
                    <a:cubicBezTo>
                      <a:pt x="609" y="1159"/>
                      <a:pt x="590" y="1155"/>
                      <a:pt x="581" y="1148"/>
                    </a:cubicBezTo>
                    <a:cubicBezTo>
                      <a:pt x="573" y="1142"/>
                      <a:pt x="581" y="1118"/>
                      <a:pt x="581" y="1118"/>
                    </a:cubicBezTo>
                    <a:cubicBezTo>
                      <a:pt x="581" y="1118"/>
                      <a:pt x="590" y="1069"/>
                      <a:pt x="588" y="1058"/>
                    </a:cubicBezTo>
                    <a:cubicBezTo>
                      <a:pt x="586" y="1047"/>
                      <a:pt x="607" y="1045"/>
                      <a:pt x="607" y="1045"/>
                    </a:cubicBezTo>
                    <a:cubicBezTo>
                      <a:pt x="607" y="1045"/>
                      <a:pt x="624" y="1021"/>
                      <a:pt x="635" y="1015"/>
                    </a:cubicBezTo>
                    <a:cubicBezTo>
                      <a:pt x="646" y="1008"/>
                      <a:pt x="653" y="987"/>
                      <a:pt x="657" y="976"/>
                    </a:cubicBezTo>
                    <a:cubicBezTo>
                      <a:pt x="661" y="965"/>
                      <a:pt x="676" y="937"/>
                      <a:pt x="670" y="924"/>
                    </a:cubicBezTo>
                    <a:cubicBezTo>
                      <a:pt x="663" y="911"/>
                      <a:pt x="681" y="909"/>
                      <a:pt x="685" y="896"/>
                    </a:cubicBezTo>
                    <a:cubicBezTo>
                      <a:pt x="689" y="883"/>
                      <a:pt x="711" y="885"/>
                      <a:pt x="711" y="885"/>
                    </a:cubicBezTo>
                    <a:cubicBezTo>
                      <a:pt x="741" y="888"/>
                      <a:pt x="741" y="888"/>
                      <a:pt x="741" y="888"/>
                    </a:cubicBezTo>
                    <a:cubicBezTo>
                      <a:pt x="741" y="888"/>
                      <a:pt x="754" y="918"/>
                      <a:pt x="752" y="926"/>
                    </a:cubicBezTo>
                    <a:cubicBezTo>
                      <a:pt x="750" y="935"/>
                      <a:pt x="735" y="963"/>
                      <a:pt x="719" y="972"/>
                    </a:cubicBezTo>
                    <a:cubicBezTo>
                      <a:pt x="704" y="980"/>
                      <a:pt x="689" y="1025"/>
                      <a:pt x="683" y="1043"/>
                    </a:cubicBezTo>
                    <a:cubicBezTo>
                      <a:pt x="676" y="1060"/>
                      <a:pt x="676" y="1101"/>
                      <a:pt x="672" y="1112"/>
                    </a:cubicBezTo>
                    <a:cubicBezTo>
                      <a:pt x="668" y="1122"/>
                      <a:pt x="687" y="1153"/>
                      <a:pt x="691" y="1159"/>
                    </a:cubicBezTo>
                    <a:cubicBezTo>
                      <a:pt x="696" y="1165"/>
                      <a:pt x="726" y="1178"/>
                      <a:pt x="726" y="1178"/>
                    </a:cubicBezTo>
                    <a:cubicBezTo>
                      <a:pt x="726" y="1178"/>
                      <a:pt x="780" y="1172"/>
                      <a:pt x="793" y="1165"/>
                    </a:cubicBezTo>
                    <a:cubicBezTo>
                      <a:pt x="806" y="1159"/>
                      <a:pt x="825" y="1146"/>
                      <a:pt x="832" y="1148"/>
                    </a:cubicBezTo>
                    <a:cubicBezTo>
                      <a:pt x="838" y="1150"/>
                      <a:pt x="856" y="1170"/>
                      <a:pt x="862" y="1176"/>
                    </a:cubicBezTo>
                    <a:cubicBezTo>
                      <a:pt x="868" y="1183"/>
                      <a:pt x="862" y="1185"/>
                      <a:pt x="847" y="1193"/>
                    </a:cubicBezTo>
                    <a:cubicBezTo>
                      <a:pt x="832" y="1202"/>
                      <a:pt x="838" y="1200"/>
                      <a:pt x="832" y="1202"/>
                    </a:cubicBezTo>
                    <a:cubicBezTo>
                      <a:pt x="825" y="1204"/>
                      <a:pt x="821" y="1226"/>
                      <a:pt x="819" y="1239"/>
                    </a:cubicBezTo>
                    <a:cubicBezTo>
                      <a:pt x="817" y="1252"/>
                      <a:pt x="810" y="1247"/>
                      <a:pt x="797" y="1241"/>
                    </a:cubicBezTo>
                    <a:cubicBezTo>
                      <a:pt x="784" y="1234"/>
                      <a:pt x="780" y="1206"/>
                      <a:pt x="780" y="1206"/>
                    </a:cubicBezTo>
                    <a:cubicBezTo>
                      <a:pt x="752" y="1206"/>
                      <a:pt x="752" y="1206"/>
                      <a:pt x="752" y="1206"/>
                    </a:cubicBezTo>
                    <a:cubicBezTo>
                      <a:pt x="743" y="1206"/>
                      <a:pt x="715" y="1217"/>
                      <a:pt x="715" y="1217"/>
                    </a:cubicBezTo>
                    <a:cubicBezTo>
                      <a:pt x="689" y="1230"/>
                      <a:pt x="689" y="1230"/>
                      <a:pt x="689" y="1230"/>
                    </a:cubicBezTo>
                    <a:cubicBezTo>
                      <a:pt x="694" y="1247"/>
                      <a:pt x="694" y="1247"/>
                      <a:pt x="694" y="1247"/>
                    </a:cubicBezTo>
                    <a:cubicBezTo>
                      <a:pt x="709" y="1254"/>
                      <a:pt x="709" y="1254"/>
                      <a:pt x="709" y="1254"/>
                    </a:cubicBezTo>
                    <a:cubicBezTo>
                      <a:pt x="709" y="1254"/>
                      <a:pt x="717" y="1256"/>
                      <a:pt x="730" y="1262"/>
                    </a:cubicBezTo>
                    <a:cubicBezTo>
                      <a:pt x="743" y="1269"/>
                      <a:pt x="739" y="1269"/>
                      <a:pt x="741" y="1277"/>
                    </a:cubicBezTo>
                    <a:cubicBezTo>
                      <a:pt x="743" y="1286"/>
                      <a:pt x="743" y="1288"/>
                      <a:pt x="737" y="1295"/>
                    </a:cubicBezTo>
                    <a:cubicBezTo>
                      <a:pt x="730" y="1301"/>
                      <a:pt x="726" y="1305"/>
                      <a:pt x="717" y="1305"/>
                    </a:cubicBezTo>
                    <a:cubicBezTo>
                      <a:pt x="709" y="1305"/>
                      <a:pt x="704" y="1295"/>
                      <a:pt x="696" y="1290"/>
                    </a:cubicBezTo>
                    <a:cubicBezTo>
                      <a:pt x="687" y="1286"/>
                      <a:pt x="685" y="1303"/>
                      <a:pt x="685" y="1303"/>
                    </a:cubicBezTo>
                    <a:cubicBezTo>
                      <a:pt x="685" y="1303"/>
                      <a:pt x="670" y="1329"/>
                      <a:pt x="663" y="1333"/>
                    </a:cubicBezTo>
                    <a:cubicBezTo>
                      <a:pt x="657" y="1338"/>
                      <a:pt x="629" y="1331"/>
                      <a:pt x="622" y="1331"/>
                    </a:cubicBezTo>
                    <a:cubicBezTo>
                      <a:pt x="616" y="1331"/>
                      <a:pt x="642" y="1344"/>
                      <a:pt x="648" y="1351"/>
                    </a:cubicBezTo>
                    <a:cubicBezTo>
                      <a:pt x="655" y="1357"/>
                      <a:pt x="668" y="1370"/>
                      <a:pt x="670" y="1379"/>
                    </a:cubicBezTo>
                    <a:cubicBezTo>
                      <a:pt x="672" y="1387"/>
                      <a:pt x="668" y="1394"/>
                      <a:pt x="659" y="1400"/>
                    </a:cubicBezTo>
                    <a:cubicBezTo>
                      <a:pt x="650" y="1407"/>
                      <a:pt x="648" y="1413"/>
                      <a:pt x="640" y="1417"/>
                    </a:cubicBezTo>
                    <a:cubicBezTo>
                      <a:pt x="631" y="1422"/>
                      <a:pt x="622" y="1424"/>
                      <a:pt x="612" y="1415"/>
                    </a:cubicBezTo>
                    <a:cubicBezTo>
                      <a:pt x="601" y="1407"/>
                      <a:pt x="601" y="1417"/>
                      <a:pt x="579" y="1420"/>
                    </a:cubicBezTo>
                    <a:cubicBezTo>
                      <a:pt x="558" y="1422"/>
                      <a:pt x="555" y="1428"/>
                      <a:pt x="542" y="1433"/>
                    </a:cubicBezTo>
                    <a:cubicBezTo>
                      <a:pt x="529" y="1437"/>
                      <a:pt x="525" y="1437"/>
                      <a:pt x="512" y="1424"/>
                    </a:cubicBezTo>
                    <a:cubicBezTo>
                      <a:pt x="499" y="1411"/>
                      <a:pt x="499" y="1422"/>
                      <a:pt x="488" y="1417"/>
                    </a:cubicBezTo>
                    <a:cubicBezTo>
                      <a:pt x="478" y="1413"/>
                      <a:pt x="471" y="1430"/>
                      <a:pt x="458" y="1435"/>
                    </a:cubicBezTo>
                    <a:cubicBezTo>
                      <a:pt x="445" y="1439"/>
                      <a:pt x="450" y="1420"/>
                      <a:pt x="434" y="1405"/>
                    </a:cubicBezTo>
                    <a:cubicBezTo>
                      <a:pt x="419" y="1389"/>
                      <a:pt x="428" y="1379"/>
                      <a:pt x="424" y="1364"/>
                    </a:cubicBezTo>
                    <a:cubicBezTo>
                      <a:pt x="419" y="1349"/>
                      <a:pt x="426" y="1333"/>
                      <a:pt x="428" y="1323"/>
                    </a:cubicBezTo>
                    <a:cubicBezTo>
                      <a:pt x="430" y="1312"/>
                      <a:pt x="447" y="1308"/>
                      <a:pt x="443" y="1299"/>
                    </a:cubicBezTo>
                    <a:cubicBezTo>
                      <a:pt x="439" y="1290"/>
                      <a:pt x="437" y="1290"/>
                      <a:pt x="424" y="1293"/>
                    </a:cubicBezTo>
                    <a:cubicBezTo>
                      <a:pt x="411" y="1295"/>
                      <a:pt x="413" y="1314"/>
                      <a:pt x="408" y="1321"/>
                    </a:cubicBezTo>
                    <a:cubicBezTo>
                      <a:pt x="404" y="1327"/>
                      <a:pt x="396" y="1340"/>
                      <a:pt x="396" y="1351"/>
                    </a:cubicBezTo>
                    <a:cubicBezTo>
                      <a:pt x="396" y="1361"/>
                      <a:pt x="398" y="1389"/>
                      <a:pt x="398" y="1409"/>
                    </a:cubicBezTo>
                    <a:cubicBezTo>
                      <a:pt x="398" y="1428"/>
                      <a:pt x="400" y="1437"/>
                      <a:pt x="393" y="1439"/>
                    </a:cubicBezTo>
                    <a:cubicBezTo>
                      <a:pt x="387" y="1441"/>
                      <a:pt x="376" y="1452"/>
                      <a:pt x="365" y="1448"/>
                    </a:cubicBezTo>
                    <a:cubicBezTo>
                      <a:pt x="355" y="1443"/>
                      <a:pt x="350" y="1452"/>
                      <a:pt x="339" y="1456"/>
                    </a:cubicBezTo>
                    <a:cubicBezTo>
                      <a:pt x="329" y="1461"/>
                      <a:pt x="324" y="1467"/>
                      <a:pt x="314" y="1478"/>
                    </a:cubicBezTo>
                    <a:cubicBezTo>
                      <a:pt x="303" y="1489"/>
                      <a:pt x="303" y="1499"/>
                      <a:pt x="301" y="1510"/>
                    </a:cubicBezTo>
                    <a:cubicBezTo>
                      <a:pt x="298" y="1521"/>
                      <a:pt x="275" y="1534"/>
                      <a:pt x="268" y="1538"/>
                    </a:cubicBezTo>
                    <a:cubicBezTo>
                      <a:pt x="262" y="1542"/>
                      <a:pt x="253" y="1545"/>
                      <a:pt x="244" y="1553"/>
                    </a:cubicBezTo>
                    <a:cubicBezTo>
                      <a:pt x="236" y="1562"/>
                      <a:pt x="238" y="1579"/>
                      <a:pt x="240" y="1585"/>
                    </a:cubicBezTo>
                    <a:cubicBezTo>
                      <a:pt x="242" y="1592"/>
                      <a:pt x="229" y="1598"/>
                      <a:pt x="223" y="1603"/>
                    </a:cubicBezTo>
                    <a:cubicBezTo>
                      <a:pt x="216" y="1607"/>
                      <a:pt x="208" y="1609"/>
                      <a:pt x="201" y="1607"/>
                    </a:cubicBezTo>
                    <a:cubicBezTo>
                      <a:pt x="195" y="1605"/>
                      <a:pt x="182" y="1616"/>
                      <a:pt x="173" y="1620"/>
                    </a:cubicBezTo>
                    <a:cubicBezTo>
                      <a:pt x="164" y="1624"/>
                      <a:pt x="141" y="1629"/>
                      <a:pt x="128" y="1626"/>
                    </a:cubicBezTo>
                    <a:cubicBezTo>
                      <a:pt x="115" y="1624"/>
                      <a:pt x="115" y="1631"/>
                      <a:pt x="104" y="1635"/>
                    </a:cubicBezTo>
                    <a:cubicBezTo>
                      <a:pt x="93" y="1639"/>
                      <a:pt x="106" y="1644"/>
                      <a:pt x="113" y="1652"/>
                    </a:cubicBezTo>
                    <a:cubicBezTo>
                      <a:pt x="119" y="1661"/>
                      <a:pt x="128" y="1657"/>
                      <a:pt x="145" y="1667"/>
                    </a:cubicBezTo>
                    <a:cubicBezTo>
                      <a:pt x="162" y="1678"/>
                      <a:pt x="160" y="1678"/>
                      <a:pt x="171" y="1687"/>
                    </a:cubicBezTo>
                    <a:cubicBezTo>
                      <a:pt x="182" y="1695"/>
                      <a:pt x="182" y="1697"/>
                      <a:pt x="175" y="1715"/>
                    </a:cubicBezTo>
                    <a:cubicBezTo>
                      <a:pt x="169" y="1732"/>
                      <a:pt x="182" y="1745"/>
                      <a:pt x="184" y="1758"/>
                    </a:cubicBezTo>
                    <a:cubicBezTo>
                      <a:pt x="186" y="1771"/>
                      <a:pt x="175" y="1794"/>
                      <a:pt x="175" y="1794"/>
                    </a:cubicBezTo>
                    <a:cubicBezTo>
                      <a:pt x="67" y="1801"/>
                      <a:pt x="67" y="1801"/>
                      <a:pt x="67" y="1801"/>
                    </a:cubicBezTo>
                    <a:cubicBezTo>
                      <a:pt x="9" y="1799"/>
                      <a:pt x="9" y="1799"/>
                      <a:pt x="9" y="1799"/>
                    </a:cubicBezTo>
                    <a:cubicBezTo>
                      <a:pt x="0" y="1818"/>
                      <a:pt x="0" y="1818"/>
                      <a:pt x="0" y="1818"/>
                    </a:cubicBezTo>
                    <a:cubicBezTo>
                      <a:pt x="15" y="1835"/>
                      <a:pt x="15" y="1835"/>
                      <a:pt x="15" y="1835"/>
                    </a:cubicBezTo>
                    <a:cubicBezTo>
                      <a:pt x="15" y="1835"/>
                      <a:pt x="18" y="1878"/>
                      <a:pt x="18" y="1885"/>
                    </a:cubicBezTo>
                    <a:cubicBezTo>
                      <a:pt x="18" y="1891"/>
                      <a:pt x="18" y="1915"/>
                      <a:pt x="20" y="1922"/>
                    </a:cubicBezTo>
                    <a:cubicBezTo>
                      <a:pt x="22" y="1928"/>
                      <a:pt x="20" y="1954"/>
                      <a:pt x="26" y="1965"/>
                    </a:cubicBezTo>
                    <a:cubicBezTo>
                      <a:pt x="33" y="1975"/>
                      <a:pt x="35" y="1971"/>
                      <a:pt x="52" y="1975"/>
                    </a:cubicBezTo>
                    <a:cubicBezTo>
                      <a:pt x="69" y="1980"/>
                      <a:pt x="65" y="1980"/>
                      <a:pt x="69" y="1988"/>
                    </a:cubicBezTo>
                    <a:cubicBezTo>
                      <a:pt x="74" y="1997"/>
                      <a:pt x="89" y="2008"/>
                      <a:pt x="89" y="2008"/>
                    </a:cubicBezTo>
                    <a:cubicBezTo>
                      <a:pt x="89" y="2008"/>
                      <a:pt x="111" y="2008"/>
                      <a:pt x="119" y="2003"/>
                    </a:cubicBezTo>
                    <a:cubicBezTo>
                      <a:pt x="128" y="1999"/>
                      <a:pt x="143" y="1995"/>
                      <a:pt x="160" y="1984"/>
                    </a:cubicBezTo>
                    <a:cubicBezTo>
                      <a:pt x="177" y="1973"/>
                      <a:pt x="195" y="1969"/>
                      <a:pt x="195" y="1969"/>
                    </a:cubicBezTo>
                    <a:cubicBezTo>
                      <a:pt x="195" y="1969"/>
                      <a:pt x="201" y="1958"/>
                      <a:pt x="201" y="1947"/>
                    </a:cubicBezTo>
                    <a:cubicBezTo>
                      <a:pt x="201" y="1937"/>
                      <a:pt x="199" y="1924"/>
                      <a:pt x="199" y="1911"/>
                    </a:cubicBezTo>
                    <a:cubicBezTo>
                      <a:pt x="199" y="1898"/>
                      <a:pt x="216" y="1894"/>
                      <a:pt x="225" y="1885"/>
                    </a:cubicBezTo>
                    <a:cubicBezTo>
                      <a:pt x="234" y="1876"/>
                      <a:pt x="260" y="1870"/>
                      <a:pt x="260" y="1870"/>
                    </a:cubicBezTo>
                    <a:cubicBezTo>
                      <a:pt x="279" y="1840"/>
                      <a:pt x="279" y="1840"/>
                      <a:pt x="279" y="1840"/>
                    </a:cubicBezTo>
                    <a:cubicBezTo>
                      <a:pt x="272" y="1835"/>
                      <a:pt x="272" y="1835"/>
                      <a:pt x="272" y="1835"/>
                    </a:cubicBezTo>
                    <a:cubicBezTo>
                      <a:pt x="266" y="1831"/>
                      <a:pt x="275" y="1827"/>
                      <a:pt x="272" y="1820"/>
                    </a:cubicBezTo>
                    <a:cubicBezTo>
                      <a:pt x="270" y="1814"/>
                      <a:pt x="277" y="1807"/>
                      <a:pt x="294" y="1794"/>
                    </a:cubicBezTo>
                    <a:cubicBezTo>
                      <a:pt x="300" y="1790"/>
                      <a:pt x="305" y="1797"/>
                      <a:pt x="326" y="1814"/>
                    </a:cubicBezTo>
                    <a:cubicBezTo>
                      <a:pt x="326" y="1814"/>
                      <a:pt x="335" y="1814"/>
                      <a:pt x="342" y="1812"/>
                    </a:cubicBezTo>
                    <a:cubicBezTo>
                      <a:pt x="348" y="1810"/>
                      <a:pt x="357" y="1810"/>
                      <a:pt x="376" y="1797"/>
                    </a:cubicBezTo>
                    <a:cubicBezTo>
                      <a:pt x="384" y="1791"/>
                      <a:pt x="378" y="1784"/>
                      <a:pt x="376" y="1777"/>
                    </a:cubicBezTo>
                    <a:cubicBezTo>
                      <a:pt x="374" y="1771"/>
                      <a:pt x="387" y="1766"/>
                      <a:pt x="391" y="1760"/>
                    </a:cubicBezTo>
                    <a:cubicBezTo>
                      <a:pt x="396" y="1753"/>
                      <a:pt x="402" y="1758"/>
                      <a:pt x="415" y="1760"/>
                    </a:cubicBezTo>
                    <a:cubicBezTo>
                      <a:pt x="428" y="1762"/>
                      <a:pt x="426" y="1771"/>
                      <a:pt x="430" y="1784"/>
                    </a:cubicBezTo>
                    <a:cubicBezTo>
                      <a:pt x="434" y="1797"/>
                      <a:pt x="445" y="1814"/>
                      <a:pt x="445" y="1814"/>
                    </a:cubicBezTo>
                    <a:cubicBezTo>
                      <a:pt x="445" y="1814"/>
                      <a:pt x="458" y="1831"/>
                      <a:pt x="475" y="1846"/>
                    </a:cubicBezTo>
                    <a:cubicBezTo>
                      <a:pt x="493" y="1861"/>
                      <a:pt x="501" y="1859"/>
                      <a:pt x="516" y="1872"/>
                    </a:cubicBezTo>
                    <a:cubicBezTo>
                      <a:pt x="532" y="1885"/>
                      <a:pt x="549" y="1894"/>
                      <a:pt x="555" y="1900"/>
                    </a:cubicBezTo>
                    <a:cubicBezTo>
                      <a:pt x="562" y="1906"/>
                      <a:pt x="564" y="1926"/>
                      <a:pt x="564" y="1926"/>
                    </a:cubicBezTo>
                    <a:cubicBezTo>
                      <a:pt x="564" y="1926"/>
                      <a:pt x="558" y="1945"/>
                      <a:pt x="551" y="1950"/>
                    </a:cubicBezTo>
                    <a:cubicBezTo>
                      <a:pt x="545" y="1954"/>
                      <a:pt x="566" y="1958"/>
                      <a:pt x="573" y="1956"/>
                    </a:cubicBezTo>
                    <a:cubicBezTo>
                      <a:pt x="579" y="1954"/>
                      <a:pt x="583" y="1943"/>
                      <a:pt x="583" y="1943"/>
                    </a:cubicBezTo>
                    <a:cubicBezTo>
                      <a:pt x="588" y="1909"/>
                      <a:pt x="588" y="1909"/>
                      <a:pt x="588" y="1909"/>
                    </a:cubicBezTo>
                    <a:cubicBezTo>
                      <a:pt x="599" y="1919"/>
                      <a:pt x="599" y="1919"/>
                      <a:pt x="599" y="1919"/>
                    </a:cubicBezTo>
                    <a:cubicBezTo>
                      <a:pt x="599" y="1919"/>
                      <a:pt x="616" y="1909"/>
                      <a:pt x="618" y="1902"/>
                    </a:cubicBezTo>
                    <a:cubicBezTo>
                      <a:pt x="620" y="1896"/>
                      <a:pt x="590" y="1881"/>
                      <a:pt x="583" y="1876"/>
                    </a:cubicBezTo>
                    <a:cubicBezTo>
                      <a:pt x="577" y="1872"/>
                      <a:pt x="575" y="1866"/>
                      <a:pt x="566" y="1861"/>
                    </a:cubicBezTo>
                    <a:cubicBezTo>
                      <a:pt x="558" y="1857"/>
                      <a:pt x="553" y="1844"/>
                      <a:pt x="538" y="1840"/>
                    </a:cubicBezTo>
                    <a:cubicBezTo>
                      <a:pt x="523" y="1835"/>
                      <a:pt x="521" y="1816"/>
                      <a:pt x="514" y="1810"/>
                    </a:cubicBezTo>
                    <a:cubicBezTo>
                      <a:pt x="508" y="1803"/>
                      <a:pt x="486" y="1766"/>
                      <a:pt x="480" y="1756"/>
                    </a:cubicBezTo>
                    <a:cubicBezTo>
                      <a:pt x="473" y="1745"/>
                      <a:pt x="488" y="1730"/>
                      <a:pt x="497" y="1726"/>
                    </a:cubicBezTo>
                    <a:cubicBezTo>
                      <a:pt x="506" y="1721"/>
                      <a:pt x="510" y="1728"/>
                      <a:pt x="516" y="1734"/>
                    </a:cubicBezTo>
                    <a:cubicBezTo>
                      <a:pt x="523" y="1741"/>
                      <a:pt x="529" y="1749"/>
                      <a:pt x="536" y="1758"/>
                    </a:cubicBezTo>
                    <a:cubicBezTo>
                      <a:pt x="542" y="1766"/>
                      <a:pt x="560" y="1784"/>
                      <a:pt x="570" y="1792"/>
                    </a:cubicBezTo>
                    <a:cubicBezTo>
                      <a:pt x="581" y="1801"/>
                      <a:pt x="596" y="1803"/>
                      <a:pt x="612" y="1818"/>
                    </a:cubicBezTo>
                    <a:cubicBezTo>
                      <a:pt x="627" y="1833"/>
                      <a:pt x="629" y="1844"/>
                      <a:pt x="631" y="1855"/>
                    </a:cubicBezTo>
                    <a:cubicBezTo>
                      <a:pt x="633" y="1866"/>
                      <a:pt x="644" y="1878"/>
                      <a:pt x="644" y="1887"/>
                    </a:cubicBezTo>
                    <a:cubicBezTo>
                      <a:pt x="644" y="1896"/>
                      <a:pt x="646" y="1898"/>
                      <a:pt x="648" y="1904"/>
                    </a:cubicBezTo>
                    <a:cubicBezTo>
                      <a:pt x="650" y="1911"/>
                      <a:pt x="661" y="1915"/>
                      <a:pt x="668" y="1919"/>
                    </a:cubicBezTo>
                    <a:cubicBezTo>
                      <a:pt x="674" y="1924"/>
                      <a:pt x="672" y="1939"/>
                      <a:pt x="670" y="1950"/>
                    </a:cubicBezTo>
                    <a:cubicBezTo>
                      <a:pt x="668" y="1960"/>
                      <a:pt x="683" y="1969"/>
                      <a:pt x="683" y="1969"/>
                    </a:cubicBezTo>
                    <a:cubicBezTo>
                      <a:pt x="689" y="1988"/>
                      <a:pt x="689" y="1988"/>
                      <a:pt x="689" y="1988"/>
                    </a:cubicBezTo>
                    <a:cubicBezTo>
                      <a:pt x="689" y="1988"/>
                      <a:pt x="698" y="1990"/>
                      <a:pt x="713" y="1988"/>
                    </a:cubicBezTo>
                    <a:cubicBezTo>
                      <a:pt x="730" y="1988"/>
                      <a:pt x="730" y="1988"/>
                      <a:pt x="730" y="1988"/>
                    </a:cubicBezTo>
                    <a:cubicBezTo>
                      <a:pt x="730" y="1988"/>
                      <a:pt x="743" y="1975"/>
                      <a:pt x="741" y="1969"/>
                    </a:cubicBezTo>
                    <a:cubicBezTo>
                      <a:pt x="739" y="1962"/>
                      <a:pt x="730" y="1947"/>
                      <a:pt x="730" y="1947"/>
                    </a:cubicBezTo>
                    <a:cubicBezTo>
                      <a:pt x="730" y="1947"/>
                      <a:pt x="717" y="1932"/>
                      <a:pt x="711" y="1928"/>
                    </a:cubicBezTo>
                    <a:cubicBezTo>
                      <a:pt x="704" y="1924"/>
                      <a:pt x="709" y="1911"/>
                      <a:pt x="717" y="1891"/>
                    </a:cubicBezTo>
                    <a:cubicBezTo>
                      <a:pt x="717" y="1891"/>
                      <a:pt x="728" y="1894"/>
                      <a:pt x="741" y="1885"/>
                    </a:cubicBezTo>
                    <a:cubicBezTo>
                      <a:pt x="754" y="1876"/>
                      <a:pt x="741" y="1885"/>
                      <a:pt x="743" y="1874"/>
                    </a:cubicBezTo>
                    <a:cubicBezTo>
                      <a:pt x="745" y="1863"/>
                      <a:pt x="765" y="1876"/>
                      <a:pt x="774" y="1883"/>
                    </a:cubicBezTo>
                    <a:cubicBezTo>
                      <a:pt x="782" y="1889"/>
                      <a:pt x="784" y="1904"/>
                      <a:pt x="784" y="1904"/>
                    </a:cubicBezTo>
                    <a:cubicBezTo>
                      <a:pt x="784" y="1904"/>
                      <a:pt x="791" y="1919"/>
                      <a:pt x="791" y="1926"/>
                    </a:cubicBezTo>
                    <a:cubicBezTo>
                      <a:pt x="791" y="1932"/>
                      <a:pt x="812" y="1971"/>
                      <a:pt x="812" y="1971"/>
                    </a:cubicBezTo>
                    <a:cubicBezTo>
                      <a:pt x="812" y="1971"/>
                      <a:pt x="825" y="1990"/>
                      <a:pt x="834" y="1995"/>
                    </a:cubicBezTo>
                    <a:cubicBezTo>
                      <a:pt x="843" y="1999"/>
                      <a:pt x="845" y="1999"/>
                      <a:pt x="845" y="1999"/>
                    </a:cubicBezTo>
                    <a:cubicBezTo>
                      <a:pt x="860" y="2003"/>
                      <a:pt x="860" y="2003"/>
                      <a:pt x="860" y="2003"/>
                    </a:cubicBezTo>
                    <a:cubicBezTo>
                      <a:pt x="860" y="2003"/>
                      <a:pt x="881" y="1997"/>
                      <a:pt x="890" y="1995"/>
                    </a:cubicBezTo>
                    <a:cubicBezTo>
                      <a:pt x="899" y="1993"/>
                      <a:pt x="903" y="1995"/>
                      <a:pt x="905" y="2001"/>
                    </a:cubicBezTo>
                    <a:cubicBezTo>
                      <a:pt x="907" y="2008"/>
                      <a:pt x="916" y="2014"/>
                      <a:pt x="916" y="2014"/>
                    </a:cubicBezTo>
                    <a:cubicBezTo>
                      <a:pt x="916" y="2014"/>
                      <a:pt x="933" y="2010"/>
                      <a:pt x="940" y="2010"/>
                    </a:cubicBezTo>
                    <a:cubicBezTo>
                      <a:pt x="946" y="2010"/>
                      <a:pt x="959" y="2003"/>
                      <a:pt x="964" y="1993"/>
                    </a:cubicBezTo>
                    <a:cubicBezTo>
                      <a:pt x="968" y="1982"/>
                      <a:pt x="985" y="1990"/>
                      <a:pt x="994" y="1995"/>
                    </a:cubicBezTo>
                    <a:cubicBezTo>
                      <a:pt x="1002" y="1999"/>
                      <a:pt x="1005" y="2012"/>
                      <a:pt x="1007" y="2025"/>
                    </a:cubicBezTo>
                    <a:cubicBezTo>
                      <a:pt x="1009" y="2038"/>
                      <a:pt x="1007" y="2046"/>
                      <a:pt x="1005" y="2055"/>
                    </a:cubicBezTo>
                    <a:cubicBezTo>
                      <a:pt x="1002" y="2064"/>
                      <a:pt x="998" y="2094"/>
                      <a:pt x="992" y="2098"/>
                    </a:cubicBezTo>
                    <a:cubicBezTo>
                      <a:pt x="985" y="2102"/>
                      <a:pt x="985" y="2143"/>
                      <a:pt x="985" y="2143"/>
                    </a:cubicBezTo>
                    <a:cubicBezTo>
                      <a:pt x="985" y="2143"/>
                      <a:pt x="981" y="2169"/>
                      <a:pt x="979" y="2180"/>
                    </a:cubicBezTo>
                    <a:cubicBezTo>
                      <a:pt x="977" y="2191"/>
                      <a:pt x="981" y="2206"/>
                      <a:pt x="983" y="2225"/>
                    </a:cubicBezTo>
                    <a:cubicBezTo>
                      <a:pt x="985" y="2245"/>
                      <a:pt x="994" y="2245"/>
                      <a:pt x="996" y="2255"/>
                    </a:cubicBezTo>
                    <a:cubicBezTo>
                      <a:pt x="998" y="2266"/>
                      <a:pt x="1028" y="2292"/>
                      <a:pt x="1037" y="2309"/>
                    </a:cubicBezTo>
                    <a:cubicBezTo>
                      <a:pt x="1046" y="2326"/>
                      <a:pt x="1061" y="2337"/>
                      <a:pt x="1067" y="2352"/>
                    </a:cubicBezTo>
                    <a:cubicBezTo>
                      <a:pt x="1074" y="2367"/>
                      <a:pt x="1093" y="2406"/>
                      <a:pt x="1100" y="2423"/>
                    </a:cubicBezTo>
                    <a:cubicBezTo>
                      <a:pt x="1106" y="2441"/>
                      <a:pt x="1154" y="2512"/>
                      <a:pt x="1154" y="2512"/>
                    </a:cubicBezTo>
                    <a:cubicBezTo>
                      <a:pt x="1164" y="2598"/>
                      <a:pt x="1164" y="2598"/>
                      <a:pt x="1164" y="2598"/>
                    </a:cubicBezTo>
                    <a:cubicBezTo>
                      <a:pt x="1201" y="2596"/>
                      <a:pt x="1201" y="2596"/>
                      <a:pt x="1201" y="2596"/>
                    </a:cubicBezTo>
                    <a:cubicBezTo>
                      <a:pt x="1244" y="2581"/>
                      <a:pt x="1244" y="2581"/>
                      <a:pt x="1244" y="2581"/>
                    </a:cubicBezTo>
                    <a:cubicBezTo>
                      <a:pt x="1244" y="2581"/>
                      <a:pt x="1279" y="2566"/>
                      <a:pt x="1298" y="2563"/>
                    </a:cubicBezTo>
                    <a:cubicBezTo>
                      <a:pt x="1318" y="2561"/>
                      <a:pt x="1354" y="2535"/>
                      <a:pt x="1367" y="2523"/>
                    </a:cubicBezTo>
                    <a:cubicBezTo>
                      <a:pt x="1380" y="2510"/>
                      <a:pt x="1413" y="2503"/>
                      <a:pt x="1426" y="2492"/>
                    </a:cubicBezTo>
                    <a:cubicBezTo>
                      <a:pt x="1439" y="2482"/>
                      <a:pt x="1443" y="2479"/>
                      <a:pt x="1454" y="2469"/>
                    </a:cubicBezTo>
                    <a:cubicBezTo>
                      <a:pt x="1465" y="2458"/>
                      <a:pt x="1473" y="2438"/>
                      <a:pt x="1482" y="2426"/>
                    </a:cubicBezTo>
                    <a:cubicBezTo>
                      <a:pt x="1490" y="2413"/>
                      <a:pt x="1510" y="2398"/>
                      <a:pt x="1516" y="2389"/>
                    </a:cubicBezTo>
                    <a:cubicBezTo>
                      <a:pt x="1523" y="2380"/>
                      <a:pt x="1512" y="2359"/>
                      <a:pt x="1503" y="2354"/>
                    </a:cubicBezTo>
                    <a:cubicBezTo>
                      <a:pt x="1495" y="2350"/>
                      <a:pt x="1480" y="2342"/>
                      <a:pt x="1475" y="2333"/>
                    </a:cubicBezTo>
                    <a:cubicBezTo>
                      <a:pt x="1471" y="2324"/>
                      <a:pt x="1445" y="2314"/>
                      <a:pt x="1436" y="2311"/>
                    </a:cubicBezTo>
                    <a:cubicBezTo>
                      <a:pt x="1428" y="2309"/>
                      <a:pt x="1411" y="2318"/>
                      <a:pt x="1413" y="2326"/>
                    </a:cubicBezTo>
                    <a:cubicBezTo>
                      <a:pt x="1415" y="2335"/>
                      <a:pt x="1398" y="2348"/>
                      <a:pt x="1391" y="2348"/>
                    </a:cubicBezTo>
                    <a:cubicBezTo>
                      <a:pt x="1385" y="2348"/>
                      <a:pt x="1378" y="2348"/>
                      <a:pt x="1363" y="2346"/>
                    </a:cubicBezTo>
                    <a:cubicBezTo>
                      <a:pt x="1348" y="2344"/>
                      <a:pt x="1339" y="2337"/>
                      <a:pt x="1339" y="2324"/>
                    </a:cubicBezTo>
                    <a:cubicBezTo>
                      <a:pt x="1339" y="2311"/>
                      <a:pt x="1337" y="2296"/>
                      <a:pt x="1331" y="2283"/>
                    </a:cubicBezTo>
                    <a:cubicBezTo>
                      <a:pt x="1324" y="2270"/>
                      <a:pt x="1309" y="2273"/>
                      <a:pt x="1296" y="2270"/>
                    </a:cubicBezTo>
                    <a:cubicBezTo>
                      <a:pt x="1283" y="2268"/>
                      <a:pt x="1275" y="2251"/>
                      <a:pt x="1275" y="2236"/>
                    </a:cubicBezTo>
                    <a:cubicBezTo>
                      <a:pt x="1275" y="2221"/>
                      <a:pt x="1266" y="2191"/>
                      <a:pt x="1264" y="2180"/>
                    </a:cubicBezTo>
                    <a:cubicBezTo>
                      <a:pt x="1262" y="2169"/>
                      <a:pt x="1287" y="2163"/>
                      <a:pt x="1298" y="2167"/>
                    </a:cubicBezTo>
                    <a:cubicBezTo>
                      <a:pt x="1309" y="2171"/>
                      <a:pt x="1341" y="2208"/>
                      <a:pt x="1339" y="2217"/>
                    </a:cubicBezTo>
                    <a:cubicBezTo>
                      <a:pt x="1337" y="2225"/>
                      <a:pt x="1359" y="2253"/>
                      <a:pt x="1359" y="2253"/>
                    </a:cubicBezTo>
                    <a:cubicBezTo>
                      <a:pt x="1387" y="2258"/>
                      <a:pt x="1387" y="2258"/>
                      <a:pt x="1387" y="2258"/>
                    </a:cubicBezTo>
                    <a:cubicBezTo>
                      <a:pt x="1387" y="2258"/>
                      <a:pt x="1419" y="2258"/>
                      <a:pt x="1430" y="2253"/>
                    </a:cubicBezTo>
                    <a:cubicBezTo>
                      <a:pt x="1441" y="2249"/>
                      <a:pt x="1452" y="2260"/>
                      <a:pt x="1458" y="2270"/>
                    </a:cubicBezTo>
                    <a:cubicBezTo>
                      <a:pt x="1465" y="2281"/>
                      <a:pt x="1482" y="2288"/>
                      <a:pt x="1490" y="2290"/>
                    </a:cubicBezTo>
                    <a:cubicBezTo>
                      <a:pt x="1499" y="2292"/>
                      <a:pt x="1534" y="2303"/>
                      <a:pt x="1540" y="2305"/>
                    </a:cubicBezTo>
                    <a:cubicBezTo>
                      <a:pt x="1547" y="2307"/>
                      <a:pt x="1592" y="2303"/>
                      <a:pt x="1616" y="2303"/>
                    </a:cubicBezTo>
                    <a:cubicBezTo>
                      <a:pt x="1639" y="2303"/>
                      <a:pt x="1648" y="2305"/>
                      <a:pt x="1657" y="2311"/>
                    </a:cubicBezTo>
                    <a:cubicBezTo>
                      <a:pt x="1665" y="2318"/>
                      <a:pt x="1696" y="2337"/>
                      <a:pt x="1696" y="2337"/>
                    </a:cubicBezTo>
                    <a:cubicBezTo>
                      <a:pt x="1696" y="2337"/>
                      <a:pt x="1711" y="2361"/>
                      <a:pt x="1719" y="2361"/>
                    </a:cubicBezTo>
                    <a:cubicBezTo>
                      <a:pt x="1728" y="2361"/>
                      <a:pt x="1737" y="2387"/>
                      <a:pt x="1745" y="2395"/>
                    </a:cubicBezTo>
                    <a:cubicBezTo>
                      <a:pt x="1754" y="2404"/>
                      <a:pt x="1767" y="2419"/>
                      <a:pt x="1778" y="2419"/>
                    </a:cubicBezTo>
                    <a:cubicBezTo>
                      <a:pt x="1788" y="2419"/>
                      <a:pt x="1793" y="2389"/>
                      <a:pt x="1797" y="2383"/>
                    </a:cubicBezTo>
                    <a:cubicBezTo>
                      <a:pt x="1801" y="2376"/>
                      <a:pt x="1806" y="2404"/>
                      <a:pt x="1810" y="2417"/>
                    </a:cubicBezTo>
                    <a:cubicBezTo>
                      <a:pt x="1814" y="2430"/>
                      <a:pt x="1808" y="2441"/>
                      <a:pt x="1810" y="2454"/>
                    </a:cubicBezTo>
                    <a:cubicBezTo>
                      <a:pt x="1812" y="2467"/>
                      <a:pt x="1819" y="2507"/>
                      <a:pt x="1823" y="2525"/>
                    </a:cubicBezTo>
                    <a:cubicBezTo>
                      <a:pt x="1827" y="2542"/>
                      <a:pt x="1864" y="2613"/>
                      <a:pt x="1871" y="2630"/>
                    </a:cubicBezTo>
                    <a:cubicBezTo>
                      <a:pt x="1877" y="2647"/>
                      <a:pt x="1899" y="2686"/>
                      <a:pt x="1903" y="2699"/>
                    </a:cubicBezTo>
                    <a:cubicBezTo>
                      <a:pt x="1907" y="2712"/>
                      <a:pt x="1925" y="2706"/>
                      <a:pt x="1931" y="2699"/>
                    </a:cubicBezTo>
                    <a:cubicBezTo>
                      <a:pt x="1937" y="2693"/>
                      <a:pt x="1955" y="2647"/>
                      <a:pt x="1955" y="2637"/>
                    </a:cubicBezTo>
                    <a:cubicBezTo>
                      <a:pt x="1955" y="2626"/>
                      <a:pt x="1966" y="2622"/>
                      <a:pt x="1968" y="2615"/>
                    </a:cubicBezTo>
                    <a:cubicBezTo>
                      <a:pt x="1970" y="2609"/>
                      <a:pt x="1974" y="2585"/>
                      <a:pt x="1970" y="2572"/>
                    </a:cubicBezTo>
                    <a:cubicBezTo>
                      <a:pt x="1966" y="2559"/>
                      <a:pt x="1974" y="2533"/>
                      <a:pt x="1974" y="2533"/>
                    </a:cubicBezTo>
                    <a:cubicBezTo>
                      <a:pt x="2004" y="2523"/>
                      <a:pt x="2004" y="2523"/>
                      <a:pt x="2004" y="2523"/>
                    </a:cubicBezTo>
                    <a:cubicBezTo>
                      <a:pt x="2004" y="2523"/>
                      <a:pt x="2024" y="2499"/>
                      <a:pt x="2041" y="2486"/>
                    </a:cubicBezTo>
                    <a:cubicBezTo>
                      <a:pt x="2058" y="2473"/>
                      <a:pt x="2065" y="2464"/>
                      <a:pt x="2078" y="2454"/>
                    </a:cubicBezTo>
                    <a:cubicBezTo>
                      <a:pt x="2091" y="2443"/>
                      <a:pt x="2102" y="2430"/>
                      <a:pt x="2115" y="2426"/>
                    </a:cubicBezTo>
                    <a:cubicBezTo>
                      <a:pt x="2128" y="2421"/>
                      <a:pt x="2121" y="2410"/>
                      <a:pt x="2121" y="2398"/>
                    </a:cubicBezTo>
                    <a:cubicBezTo>
                      <a:pt x="2121" y="2385"/>
                      <a:pt x="2138" y="2385"/>
                      <a:pt x="2156" y="2387"/>
                    </a:cubicBezTo>
                    <a:cubicBezTo>
                      <a:pt x="2173" y="2389"/>
                      <a:pt x="2179" y="2387"/>
                      <a:pt x="2184" y="2380"/>
                    </a:cubicBezTo>
                    <a:cubicBezTo>
                      <a:pt x="2188" y="2374"/>
                      <a:pt x="2207" y="2367"/>
                      <a:pt x="2218" y="2365"/>
                    </a:cubicBezTo>
                    <a:cubicBezTo>
                      <a:pt x="2229" y="2363"/>
                      <a:pt x="2223" y="2385"/>
                      <a:pt x="2220" y="2393"/>
                    </a:cubicBezTo>
                    <a:cubicBezTo>
                      <a:pt x="2218" y="2402"/>
                      <a:pt x="2238" y="2413"/>
                      <a:pt x="2240" y="2421"/>
                    </a:cubicBezTo>
                    <a:cubicBezTo>
                      <a:pt x="2242" y="2430"/>
                      <a:pt x="2246" y="2441"/>
                      <a:pt x="2255" y="2451"/>
                    </a:cubicBezTo>
                    <a:cubicBezTo>
                      <a:pt x="2264" y="2462"/>
                      <a:pt x="2277" y="2477"/>
                      <a:pt x="2281" y="2486"/>
                    </a:cubicBezTo>
                    <a:cubicBezTo>
                      <a:pt x="2285" y="2495"/>
                      <a:pt x="2285" y="2510"/>
                      <a:pt x="2290" y="2527"/>
                    </a:cubicBezTo>
                    <a:cubicBezTo>
                      <a:pt x="2294" y="2544"/>
                      <a:pt x="2307" y="2538"/>
                      <a:pt x="2322" y="2527"/>
                    </a:cubicBezTo>
                    <a:cubicBezTo>
                      <a:pt x="2337" y="2516"/>
                      <a:pt x="2341" y="2531"/>
                      <a:pt x="2346" y="2544"/>
                    </a:cubicBezTo>
                    <a:cubicBezTo>
                      <a:pt x="2350" y="2557"/>
                      <a:pt x="2374" y="2561"/>
                      <a:pt x="2369" y="2570"/>
                    </a:cubicBezTo>
                    <a:cubicBezTo>
                      <a:pt x="2365" y="2579"/>
                      <a:pt x="2367" y="2613"/>
                      <a:pt x="2365" y="2628"/>
                    </a:cubicBezTo>
                    <a:cubicBezTo>
                      <a:pt x="2363" y="2643"/>
                      <a:pt x="2372" y="2695"/>
                      <a:pt x="2376" y="2714"/>
                    </a:cubicBezTo>
                    <a:cubicBezTo>
                      <a:pt x="2380" y="2734"/>
                      <a:pt x="2408" y="2768"/>
                      <a:pt x="2415" y="2777"/>
                    </a:cubicBezTo>
                    <a:cubicBezTo>
                      <a:pt x="2421" y="2785"/>
                      <a:pt x="2421" y="2807"/>
                      <a:pt x="2419" y="2818"/>
                    </a:cubicBezTo>
                    <a:cubicBezTo>
                      <a:pt x="2417" y="2828"/>
                      <a:pt x="2432" y="2835"/>
                      <a:pt x="2441" y="2841"/>
                    </a:cubicBezTo>
                    <a:cubicBezTo>
                      <a:pt x="2449" y="2848"/>
                      <a:pt x="2471" y="2854"/>
                      <a:pt x="2482" y="2867"/>
                    </a:cubicBezTo>
                    <a:cubicBezTo>
                      <a:pt x="2492" y="2880"/>
                      <a:pt x="2495" y="2854"/>
                      <a:pt x="2492" y="2846"/>
                    </a:cubicBezTo>
                    <a:cubicBezTo>
                      <a:pt x="2490" y="2837"/>
                      <a:pt x="2488" y="2831"/>
                      <a:pt x="2505" y="2826"/>
                    </a:cubicBezTo>
                    <a:cubicBezTo>
                      <a:pt x="2523" y="2822"/>
                      <a:pt x="2501" y="2811"/>
                      <a:pt x="2492" y="2803"/>
                    </a:cubicBezTo>
                    <a:cubicBezTo>
                      <a:pt x="2484" y="2794"/>
                      <a:pt x="2475" y="2790"/>
                      <a:pt x="2462" y="2785"/>
                    </a:cubicBezTo>
                    <a:cubicBezTo>
                      <a:pt x="2449" y="2781"/>
                      <a:pt x="2441" y="2762"/>
                      <a:pt x="2432" y="2751"/>
                    </a:cubicBezTo>
                    <a:cubicBezTo>
                      <a:pt x="2423" y="2740"/>
                      <a:pt x="2415" y="2716"/>
                      <a:pt x="2402" y="2701"/>
                    </a:cubicBezTo>
                    <a:cubicBezTo>
                      <a:pt x="2389" y="2686"/>
                      <a:pt x="2385" y="2656"/>
                      <a:pt x="2382" y="2639"/>
                    </a:cubicBezTo>
                    <a:cubicBezTo>
                      <a:pt x="2380" y="2622"/>
                      <a:pt x="2402" y="2594"/>
                      <a:pt x="2406" y="2583"/>
                    </a:cubicBezTo>
                    <a:cubicBezTo>
                      <a:pt x="2410" y="2572"/>
                      <a:pt x="2417" y="2585"/>
                      <a:pt x="2428" y="2591"/>
                    </a:cubicBezTo>
                    <a:cubicBezTo>
                      <a:pt x="2438" y="2598"/>
                      <a:pt x="2436" y="2600"/>
                      <a:pt x="2445" y="2600"/>
                    </a:cubicBezTo>
                    <a:cubicBezTo>
                      <a:pt x="2454" y="2600"/>
                      <a:pt x="2464" y="2617"/>
                      <a:pt x="2464" y="2628"/>
                    </a:cubicBezTo>
                    <a:cubicBezTo>
                      <a:pt x="2464" y="2639"/>
                      <a:pt x="2490" y="2652"/>
                      <a:pt x="2499" y="2656"/>
                    </a:cubicBezTo>
                    <a:cubicBezTo>
                      <a:pt x="2508" y="2660"/>
                      <a:pt x="2512" y="2673"/>
                      <a:pt x="2512" y="2686"/>
                    </a:cubicBezTo>
                    <a:cubicBezTo>
                      <a:pt x="2512" y="2699"/>
                      <a:pt x="2546" y="2663"/>
                      <a:pt x="2553" y="2652"/>
                    </a:cubicBezTo>
                    <a:cubicBezTo>
                      <a:pt x="2559" y="2641"/>
                      <a:pt x="2559" y="2643"/>
                      <a:pt x="2570" y="2645"/>
                    </a:cubicBezTo>
                    <a:cubicBezTo>
                      <a:pt x="2581" y="2647"/>
                      <a:pt x="2585" y="2628"/>
                      <a:pt x="2594" y="2628"/>
                    </a:cubicBezTo>
                    <a:cubicBezTo>
                      <a:pt x="2603" y="2628"/>
                      <a:pt x="2609" y="2619"/>
                      <a:pt x="2613" y="2609"/>
                    </a:cubicBezTo>
                    <a:cubicBezTo>
                      <a:pt x="2618" y="2598"/>
                      <a:pt x="2605" y="2579"/>
                      <a:pt x="2598" y="2559"/>
                    </a:cubicBezTo>
                    <a:cubicBezTo>
                      <a:pt x="2592" y="2540"/>
                      <a:pt x="2579" y="2525"/>
                      <a:pt x="2568" y="2518"/>
                    </a:cubicBezTo>
                    <a:cubicBezTo>
                      <a:pt x="2557" y="2512"/>
                      <a:pt x="2536" y="2471"/>
                      <a:pt x="2525" y="2449"/>
                    </a:cubicBezTo>
                    <a:cubicBezTo>
                      <a:pt x="2514" y="2428"/>
                      <a:pt x="2546" y="2408"/>
                      <a:pt x="2562" y="2400"/>
                    </a:cubicBezTo>
                    <a:cubicBezTo>
                      <a:pt x="2577" y="2391"/>
                      <a:pt x="2583" y="2387"/>
                      <a:pt x="2592" y="2387"/>
                    </a:cubicBezTo>
                    <a:cubicBezTo>
                      <a:pt x="2600" y="2387"/>
                      <a:pt x="2611" y="2402"/>
                      <a:pt x="2611" y="2402"/>
                    </a:cubicBezTo>
                    <a:cubicBezTo>
                      <a:pt x="2607" y="2441"/>
                      <a:pt x="2607" y="2441"/>
                      <a:pt x="2607" y="2441"/>
                    </a:cubicBezTo>
                    <a:cubicBezTo>
                      <a:pt x="2607" y="2441"/>
                      <a:pt x="2594" y="2454"/>
                      <a:pt x="2590" y="2467"/>
                    </a:cubicBezTo>
                    <a:cubicBezTo>
                      <a:pt x="2585" y="2479"/>
                      <a:pt x="2611" y="2475"/>
                      <a:pt x="2620" y="2473"/>
                    </a:cubicBezTo>
                    <a:cubicBezTo>
                      <a:pt x="2629" y="2471"/>
                      <a:pt x="2648" y="2434"/>
                      <a:pt x="2639" y="2432"/>
                    </a:cubicBezTo>
                    <a:cubicBezTo>
                      <a:pt x="2631" y="2430"/>
                      <a:pt x="2639" y="2406"/>
                      <a:pt x="2641" y="2398"/>
                    </a:cubicBezTo>
                    <a:cubicBezTo>
                      <a:pt x="2644" y="2389"/>
                      <a:pt x="2665" y="2389"/>
                      <a:pt x="2676" y="2387"/>
                    </a:cubicBezTo>
                    <a:cubicBezTo>
                      <a:pt x="2687" y="2385"/>
                      <a:pt x="2704" y="2374"/>
                      <a:pt x="2724" y="2374"/>
                    </a:cubicBezTo>
                    <a:cubicBezTo>
                      <a:pt x="2743" y="2374"/>
                      <a:pt x="2778" y="2335"/>
                      <a:pt x="2786" y="2329"/>
                    </a:cubicBezTo>
                    <a:cubicBezTo>
                      <a:pt x="2795" y="2322"/>
                      <a:pt x="2816" y="2311"/>
                      <a:pt x="2832" y="2296"/>
                    </a:cubicBezTo>
                    <a:cubicBezTo>
                      <a:pt x="2847" y="2281"/>
                      <a:pt x="2851" y="2249"/>
                      <a:pt x="2864" y="2236"/>
                    </a:cubicBezTo>
                    <a:cubicBezTo>
                      <a:pt x="2877" y="2223"/>
                      <a:pt x="2883" y="2167"/>
                      <a:pt x="2870" y="2167"/>
                    </a:cubicBezTo>
                    <a:cubicBezTo>
                      <a:pt x="2857" y="2167"/>
                      <a:pt x="2857" y="2141"/>
                      <a:pt x="2857" y="2141"/>
                    </a:cubicBezTo>
                    <a:cubicBezTo>
                      <a:pt x="2857" y="2141"/>
                      <a:pt x="2866" y="2120"/>
                      <a:pt x="2866" y="2102"/>
                    </a:cubicBezTo>
                    <a:cubicBezTo>
                      <a:pt x="2866" y="2085"/>
                      <a:pt x="2868" y="2085"/>
                      <a:pt x="2855" y="2081"/>
                    </a:cubicBezTo>
                    <a:cubicBezTo>
                      <a:pt x="2842" y="2077"/>
                      <a:pt x="2844" y="2062"/>
                      <a:pt x="2832" y="2044"/>
                    </a:cubicBezTo>
                    <a:cubicBezTo>
                      <a:pt x="2819" y="2027"/>
                      <a:pt x="2832" y="2023"/>
                      <a:pt x="2832" y="2023"/>
                    </a:cubicBezTo>
                    <a:cubicBezTo>
                      <a:pt x="2855" y="2003"/>
                      <a:pt x="2855" y="2003"/>
                      <a:pt x="2855" y="2003"/>
                    </a:cubicBezTo>
                    <a:cubicBezTo>
                      <a:pt x="2855" y="2003"/>
                      <a:pt x="2881" y="1982"/>
                      <a:pt x="2886" y="1971"/>
                    </a:cubicBezTo>
                    <a:cubicBezTo>
                      <a:pt x="2890" y="1960"/>
                      <a:pt x="2864" y="1971"/>
                      <a:pt x="2857" y="1973"/>
                    </a:cubicBezTo>
                    <a:cubicBezTo>
                      <a:pt x="2851" y="1975"/>
                      <a:pt x="2832" y="1984"/>
                      <a:pt x="2814" y="1982"/>
                    </a:cubicBezTo>
                    <a:cubicBezTo>
                      <a:pt x="2797" y="1980"/>
                      <a:pt x="2816" y="1965"/>
                      <a:pt x="2812" y="1958"/>
                    </a:cubicBezTo>
                    <a:cubicBezTo>
                      <a:pt x="2808" y="1952"/>
                      <a:pt x="2797" y="1954"/>
                      <a:pt x="2793" y="1943"/>
                    </a:cubicBezTo>
                    <a:cubicBezTo>
                      <a:pt x="2788" y="1932"/>
                      <a:pt x="2803" y="1922"/>
                      <a:pt x="2810" y="1919"/>
                    </a:cubicBezTo>
                    <a:cubicBezTo>
                      <a:pt x="2816" y="1917"/>
                      <a:pt x="2832" y="1911"/>
                      <a:pt x="2834" y="1898"/>
                    </a:cubicBezTo>
                    <a:cubicBezTo>
                      <a:pt x="2836" y="1885"/>
                      <a:pt x="2862" y="1889"/>
                      <a:pt x="2868" y="1891"/>
                    </a:cubicBezTo>
                    <a:cubicBezTo>
                      <a:pt x="2875" y="1894"/>
                      <a:pt x="2890" y="1911"/>
                      <a:pt x="2890" y="1919"/>
                    </a:cubicBezTo>
                    <a:cubicBezTo>
                      <a:pt x="2890" y="1928"/>
                      <a:pt x="2940" y="1913"/>
                      <a:pt x="2940" y="1913"/>
                    </a:cubicBezTo>
                    <a:cubicBezTo>
                      <a:pt x="2940" y="1913"/>
                      <a:pt x="2959" y="1922"/>
                      <a:pt x="2957" y="1932"/>
                    </a:cubicBezTo>
                    <a:cubicBezTo>
                      <a:pt x="2955" y="1943"/>
                      <a:pt x="2957" y="1952"/>
                      <a:pt x="2950" y="1960"/>
                    </a:cubicBezTo>
                    <a:cubicBezTo>
                      <a:pt x="2944" y="1969"/>
                      <a:pt x="2968" y="1969"/>
                      <a:pt x="2976" y="1969"/>
                    </a:cubicBezTo>
                    <a:cubicBezTo>
                      <a:pt x="2985" y="1969"/>
                      <a:pt x="2993" y="1982"/>
                      <a:pt x="2991" y="1990"/>
                    </a:cubicBezTo>
                    <a:cubicBezTo>
                      <a:pt x="2989" y="1999"/>
                      <a:pt x="2981" y="2010"/>
                      <a:pt x="2978" y="2021"/>
                    </a:cubicBezTo>
                    <a:cubicBezTo>
                      <a:pt x="2976" y="2031"/>
                      <a:pt x="2989" y="2044"/>
                      <a:pt x="3000" y="2059"/>
                    </a:cubicBezTo>
                    <a:cubicBezTo>
                      <a:pt x="3011" y="2074"/>
                      <a:pt x="3054" y="2027"/>
                      <a:pt x="3065" y="2014"/>
                    </a:cubicBezTo>
                    <a:cubicBezTo>
                      <a:pt x="3076" y="2001"/>
                      <a:pt x="3065" y="1975"/>
                      <a:pt x="3052" y="1973"/>
                    </a:cubicBezTo>
                    <a:cubicBezTo>
                      <a:pt x="3039" y="1971"/>
                      <a:pt x="3041" y="1952"/>
                      <a:pt x="3017" y="1943"/>
                    </a:cubicBezTo>
                    <a:cubicBezTo>
                      <a:pt x="2993" y="1934"/>
                      <a:pt x="3015" y="1930"/>
                      <a:pt x="3017" y="1915"/>
                    </a:cubicBezTo>
                    <a:cubicBezTo>
                      <a:pt x="3019" y="1900"/>
                      <a:pt x="3030" y="1891"/>
                      <a:pt x="3035" y="1878"/>
                    </a:cubicBezTo>
                    <a:cubicBezTo>
                      <a:pt x="3039" y="1866"/>
                      <a:pt x="3058" y="1853"/>
                      <a:pt x="3065" y="1840"/>
                    </a:cubicBezTo>
                    <a:cubicBezTo>
                      <a:pt x="3071" y="1827"/>
                      <a:pt x="3078" y="1820"/>
                      <a:pt x="3104" y="1820"/>
                    </a:cubicBezTo>
                    <a:cubicBezTo>
                      <a:pt x="3130" y="1820"/>
                      <a:pt x="3134" y="1799"/>
                      <a:pt x="3143" y="1805"/>
                    </a:cubicBezTo>
                    <a:cubicBezTo>
                      <a:pt x="3151" y="1812"/>
                      <a:pt x="3201" y="1760"/>
                      <a:pt x="3207" y="1747"/>
                    </a:cubicBezTo>
                    <a:cubicBezTo>
                      <a:pt x="3214" y="1734"/>
                      <a:pt x="3248" y="1682"/>
                      <a:pt x="3255" y="1667"/>
                    </a:cubicBezTo>
                    <a:cubicBezTo>
                      <a:pt x="3261" y="1652"/>
                      <a:pt x="3279" y="1618"/>
                      <a:pt x="3287" y="1598"/>
                    </a:cubicBezTo>
                    <a:cubicBezTo>
                      <a:pt x="3296" y="1579"/>
                      <a:pt x="3294" y="1538"/>
                      <a:pt x="3289" y="1521"/>
                    </a:cubicBezTo>
                    <a:cubicBezTo>
                      <a:pt x="3285" y="1504"/>
                      <a:pt x="3307" y="1484"/>
                      <a:pt x="3315" y="1486"/>
                    </a:cubicBezTo>
                    <a:cubicBezTo>
                      <a:pt x="3324" y="1489"/>
                      <a:pt x="3324" y="1549"/>
                      <a:pt x="3324" y="1598"/>
                    </a:cubicBezTo>
                    <a:cubicBezTo>
                      <a:pt x="3324" y="1648"/>
                      <a:pt x="3330" y="1700"/>
                      <a:pt x="3335" y="1691"/>
                    </a:cubicBezTo>
                    <a:cubicBezTo>
                      <a:pt x="3339" y="1682"/>
                      <a:pt x="3343" y="1639"/>
                      <a:pt x="3343" y="1626"/>
                    </a:cubicBezTo>
                    <a:cubicBezTo>
                      <a:pt x="3343" y="1613"/>
                      <a:pt x="3356" y="1611"/>
                      <a:pt x="3369" y="1609"/>
                    </a:cubicBezTo>
                    <a:cubicBezTo>
                      <a:pt x="3382" y="1607"/>
                      <a:pt x="3352" y="1517"/>
                      <a:pt x="3350" y="1480"/>
                    </a:cubicBezTo>
                    <a:cubicBezTo>
                      <a:pt x="3348" y="1443"/>
                      <a:pt x="3358" y="1430"/>
                      <a:pt x="3337" y="1426"/>
                    </a:cubicBezTo>
                    <a:cubicBezTo>
                      <a:pt x="3315" y="1422"/>
                      <a:pt x="3332" y="1441"/>
                      <a:pt x="3324" y="1445"/>
                    </a:cubicBezTo>
                    <a:cubicBezTo>
                      <a:pt x="3315" y="1450"/>
                      <a:pt x="3300" y="1441"/>
                      <a:pt x="3289" y="1437"/>
                    </a:cubicBezTo>
                    <a:cubicBezTo>
                      <a:pt x="3279" y="1433"/>
                      <a:pt x="3268" y="1422"/>
                      <a:pt x="3255" y="1426"/>
                    </a:cubicBezTo>
                    <a:cubicBezTo>
                      <a:pt x="3242" y="1430"/>
                      <a:pt x="3240" y="1428"/>
                      <a:pt x="3225" y="1422"/>
                    </a:cubicBezTo>
                    <a:cubicBezTo>
                      <a:pt x="3209" y="1415"/>
                      <a:pt x="3227" y="1400"/>
                      <a:pt x="3214" y="1394"/>
                    </a:cubicBezTo>
                    <a:cubicBezTo>
                      <a:pt x="3201" y="1387"/>
                      <a:pt x="3199" y="1398"/>
                      <a:pt x="3181" y="1400"/>
                    </a:cubicBezTo>
                    <a:cubicBezTo>
                      <a:pt x="3164" y="1402"/>
                      <a:pt x="3184" y="1387"/>
                      <a:pt x="3190" y="1379"/>
                    </a:cubicBezTo>
                    <a:cubicBezTo>
                      <a:pt x="3196" y="1370"/>
                      <a:pt x="3294" y="1271"/>
                      <a:pt x="3304" y="1252"/>
                    </a:cubicBezTo>
                    <a:cubicBezTo>
                      <a:pt x="3315" y="1232"/>
                      <a:pt x="3354" y="1211"/>
                      <a:pt x="3371" y="1209"/>
                    </a:cubicBezTo>
                    <a:cubicBezTo>
                      <a:pt x="3389" y="1206"/>
                      <a:pt x="3458" y="1202"/>
                      <a:pt x="3466" y="1209"/>
                    </a:cubicBezTo>
                    <a:cubicBezTo>
                      <a:pt x="3475" y="1215"/>
                      <a:pt x="3486" y="1189"/>
                      <a:pt x="3501" y="1189"/>
                    </a:cubicBezTo>
                    <a:cubicBezTo>
                      <a:pt x="3516" y="1189"/>
                      <a:pt x="3531" y="1209"/>
                      <a:pt x="3544" y="1217"/>
                    </a:cubicBezTo>
                    <a:cubicBezTo>
                      <a:pt x="3557" y="1226"/>
                      <a:pt x="3615" y="1219"/>
                      <a:pt x="3622" y="1209"/>
                    </a:cubicBezTo>
                    <a:cubicBezTo>
                      <a:pt x="3628" y="1198"/>
                      <a:pt x="3611" y="1187"/>
                      <a:pt x="3598" y="1178"/>
                    </a:cubicBezTo>
                    <a:cubicBezTo>
                      <a:pt x="3585" y="1170"/>
                      <a:pt x="3646" y="1107"/>
                      <a:pt x="3652" y="1101"/>
                    </a:cubicBezTo>
                    <a:cubicBezTo>
                      <a:pt x="3659" y="1094"/>
                      <a:pt x="3687" y="1088"/>
                      <a:pt x="3710" y="1086"/>
                    </a:cubicBezTo>
                    <a:cubicBezTo>
                      <a:pt x="3734" y="1084"/>
                      <a:pt x="3726" y="1103"/>
                      <a:pt x="3719" y="1116"/>
                    </a:cubicBezTo>
                    <a:cubicBezTo>
                      <a:pt x="3713" y="1129"/>
                      <a:pt x="3726" y="1153"/>
                      <a:pt x="3736" y="1157"/>
                    </a:cubicBezTo>
                    <a:cubicBezTo>
                      <a:pt x="3747" y="1161"/>
                      <a:pt x="3751" y="1118"/>
                      <a:pt x="3751" y="1118"/>
                    </a:cubicBezTo>
                    <a:cubicBezTo>
                      <a:pt x="3751" y="1118"/>
                      <a:pt x="3780" y="1094"/>
                      <a:pt x="3777" y="1086"/>
                    </a:cubicBezTo>
                    <a:cubicBezTo>
                      <a:pt x="3775" y="1077"/>
                      <a:pt x="3801" y="1051"/>
                      <a:pt x="3801" y="1051"/>
                    </a:cubicBezTo>
                    <a:cubicBezTo>
                      <a:pt x="3801" y="1051"/>
                      <a:pt x="3823" y="1051"/>
                      <a:pt x="3831" y="1060"/>
                    </a:cubicBezTo>
                    <a:cubicBezTo>
                      <a:pt x="3840" y="1069"/>
                      <a:pt x="3821" y="1069"/>
                      <a:pt x="3810" y="1075"/>
                    </a:cubicBezTo>
                    <a:cubicBezTo>
                      <a:pt x="3799" y="1081"/>
                      <a:pt x="3806" y="1118"/>
                      <a:pt x="3803" y="1127"/>
                    </a:cubicBezTo>
                    <a:cubicBezTo>
                      <a:pt x="3801" y="1135"/>
                      <a:pt x="3771" y="1148"/>
                      <a:pt x="3771" y="1148"/>
                    </a:cubicBezTo>
                    <a:cubicBezTo>
                      <a:pt x="3771" y="1148"/>
                      <a:pt x="3713" y="1202"/>
                      <a:pt x="3708" y="1219"/>
                    </a:cubicBezTo>
                    <a:cubicBezTo>
                      <a:pt x="3704" y="1237"/>
                      <a:pt x="3663" y="1267"/>
                      <a:pt x="3644" y="1293"/>
                    </a:cubicBezTo>
                    <a:cubicBezTo>
                      <a:pt x="3624" y="1318"/>
                      <a:pt x="3622" y="1433"/>
                      <a:pt x="3624" y="1448"/>
                    </a:cubicBezTo>
                    <a:cubicBezTo>
                      <a:pt x="3626" y="1463"/>
                      <a:pt x="3646" y="1525"/>
                      <a:pt x="3648" y="1540"/>
                    </a:cubicBezTo>
                    <a:cubicBezTo>
                      <a:pt x="3650" y="1555"/>
                      <a:pt x="3689" y="1482"/>
                      <a:pt x="3691" y="1467"/>
                    </a:cubicBezTo>
                    <a:cubicBezTo>
                      <a:pt x="3693" y="1452"/>
                      <a:pt x="3713" y="1458"/>
                      <a:pt x="3719" y="1454"/>
                    </a:cubicBezTo>
                    <a:cubicBezTo>
                      <a:pt x="3726" y="1450"/>
                      <a:pt x="3721" y="1426"/>
                      <a:pt x="3719" y="1415"/>
                    </a:cubicBezTo>
                    <a:cubicBezTo>
                      <a:pt x="3717" y="1405"/>
                      <a:pt x="3736" y="1405"/>
                      <a:pt x="3747" y="1400"/>
                    </a:cubicBezTo>
                    <a:cubicBezTo>
                      <a:pt x="3758" y="1396"/>
                      <a:pt x="3760" y="1377"/>
                      <a:pt x="3758" y="1357"/>
                    </a:cubicBezTo>
                    <a:cubicBezTo>
                      <a:pt x="3756" y="1338"/>
                      <a:pt x="3767" y="1338"/>
                      <a:pt x="3788" y="1342"/>
                    </a:cubicBezTo>
                    <a:cubicBezTo>
                      <a:pt x="3810" y="1346"/>
                      <a:pt x="3786" y="1297"/>
                      <a:pt x="3788" y="1280"/>
                    </a:cubicBezTo>
                    <a:cubicBezTo>
                      <a:pt x="3790" y="1262"/>
                      <a:pt x="3782" y="1269"/>
                      <a:pt x="3771" y="1269"/>
                    </a:cubicBezTo>
                    <a:cubicBezTo>
                      <a:pt x="3760" y="1269"/>
                      <a:pt x="3797" y="1193"/>
                      <a:pt x="3801" y="1185"/>
                    </a:cubicBezTo>
                    <a:cubicBezTo>
                      <a:pt x="3806" y="1176"/>
                      <a:pt x="3834" y="1168"/>
                      <a:pt x="3840" y="1161"/>
                    </a:cubicBezTo>
                    <a:cubicBezTo>
                      <a:pt x="3846" y="1155"/>
                      <a:pt x="3849" y="1172"/>
                      <a:pt x="3857" y="1181"/>
                    </a:cubicBezTo>
                    <a:cubicBezTo>
                      <a:pt x="3866" y="1189"/>
                      <a:pt x="3857" y="1181"/>
                      <a:pt x="3868" y="1163"/>
                    </a:cubicBezTo>
                    <a:cubicBezTo>
                      <a:pt x="3879" y="1146"/>
                      <a:pt x="3877" y="1159"/>
                      <a:pt x="3894" y="1155"/>
                    </a:cubicBezTo>
                    <a:cubicBezTo>
                      <a:pt x="3911" y="1150"/>
                      <a:pt x="3918" y="1155"/>
                      <a:pt x="3926" y="1159"/>
                    </a:cubicBezTo>
                    <a:cubicBezTo>
                      <a:pt x="3935" y="1163"/>
                      <a:pt x="3931" y="1183"/>
                      <a:pt x="3942" y="1187"/>
                    </a:cubicBezTo>
                    <a:cubicBezTo>
                      <a:pt x="3952" y="1191"/>
                      <a:pt x="3957" y="1176"/>
                      <a:pt x="3955" y="1159"/>
                    </a:cubicBezTo>
                    <a:cubicBezTo>
                      <a:pt x="3952" y="1142"/>
                      <a:pt x="3980" y="1122"/>
                      <a:pt x="3989" y="1114"/>
                    </a:cubicBezTo>
                    <a:cubicBezTo>
                      <a:pt x="3998" y="1105"/>
                      <a:pt x="4011" y="1099"/>
                      <a:pt x="4028" y="1086"/>
                    </a:cubicBezTo>
                    <a:cubicBezTo>
                      <a:pt x="4045" y="1073"/>
                      <a:pt x="4088" y="1053"/>
                      <a:pt x="4097" y="1049"/>
                    </a:cubicBezTo>
                    <a:cubicBezTo>
                      <a:pt x="4106" y="1045"/>
                      <a:pt x="4119" y="1056"/>
                      <a:pt x="4132" y="1064"/>
                    </a:cubicBezTo>
                    <a:cubicBezTo>
                      <a:pt x="4145" y="1073"/>
                      <a:pt x="4145" y="1023"/>
                      <a:pt x="4145" y="1013"/>
                    </a:cubicBezTo>
                    <a:cubicBezTo>
                      <a:pt x="4145" y="1002"/>
                      <a:pt x="4123" y="969"/>
                      <a:pt x="4099" y="954"/>
                    </a:cubicBezTo>
                    <a:cubicBezTo>
                      <a:pt x="4075" y="939"/>
                      <a:pt x="4093" y="935"/>
                      <a:pt x="4103" y="931"/>
                    </a:cubicBezTo>
                    <a:cubicBezTo>
                      <a:pt x="4114" y="926"/>
                      <a:pt x="4132" y="926"/>
                      <a:pt x="4147" y="920"/>
                    </a:cubicBezTo>
                    <a:cubicBezTo>
                      <a:pt x="4162" y="913"/>
                      <a:pt x="4170" y="900"/>
                      <a:pt x="4173" y="890"/>
                    </a:cubicBezTo>
                    <a:cubicBezTo>
                      <a:pt x="4175" y="879"/>
                      <a:pt x="4168" y="866"/>
                      <a:pt x="4186" y="864"/>
                    </a:cubicBezTo>
                    <a:cubicBezTo>
                      <a:pt x="4203" y="862"/>
                      <a:pt x="4203" y="903"/>
                      <a:pt x="4203" y="903"/>
                    </a:cubicBezTo>
                    <a:cubicBezTo>
                      <a:pt x="4237" y="903"/>
                      <a:pt x="4237" y="903"/>
                      <a:pt x="4237" y="903"/>
                    </a:cubicBezTo>
                    <a:cubicBezTo>
                      <a:pt x="4250" y="903"/>
                      <a:pt x="4244" y="920"/>
                      <a:pt x="4242" y="926"/>
                    </a:cubicBezTo>
                    <a:cubicBezTo>
                      <a:pt x="4240" y="933"/>
                      <a:pt x="4261" y="939"/>
                      <a:pt x="4270" y="941"/>
                    </a:cubicBezTo>
                    <a:cubicBezTo>
                      <a:pt x="4278" y="944"/>
                      <a:pt x="4302" y="959"/>
                      <a:pt x="4317" y="965"/>
                    </a:cubicBezTo>
                    <a:cubicBezTo>
                      <a:pt x="4332" y="972"/>
                      <a:pt x="4330" y="911"/>
                      <a:pt x="4330" y="900"/>
                    </a:cubicBezTo>
                    <a:cubicBezTo>
                      <a:pt x="4330" y="890"/>
                      <a:pt x="4363" y="881"/>
                      <a:pt x="4369" y="875"/>
                    </a:cubicBezTo>
                    <a:cubicBezTo>
                      <a:pt x="4376" y="868"/>
                      <a:pt x="4371" y="862"/>
                      <a:pt x="4363" y="851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 dirty="0"/>
              </a:p>
            </p:txBody>
          </p:sp>
          <p:sp>
            <p:nvSpPr>
              <p:cNvPr id="111" name="Freeform 41">
                <a:extLst>
                  <a:ext uri="{FF2B5EF4-FFF2-40B4-BE49-F238E27FC236}">
                    <a16:creationId xmlns:a16="http://schemas.microsoft.com/office/drawing/2014/main" id="{124D626B-AF63-2C4F-95B2-7DD6FD4CB6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7" y="2568"/>
                <a:ext cx="132" cy="165"/>
              </a:xfrm>
              <a:custGeom>
                <a:avLst/>
                <a:gdLst/>
                <a:ahLst/>
                <a:cxnLst>
                  <a:cxn ang="0">
                    <a:pos x="9" y="32"/>
                  </a:cxn>
                  <a:cxn ang="0">
                    <a:pos x="24" y="65"/>
                  </a:cxn>
                  <a:cxn ang="0">
                    <a:pos x="24" y="101"/>
                  </a:cxn>
                  <a:cxn ang="0">
                    <a:pos x="11" y="134"/>
                  </a:cxn>
                  <a:cxn ang="0">
                    <a:pos x="44" y="138"/>
                  </a:cxn>
                  <a:cxn ang="0">
                    <a:pos x="74" y="118"/>
                  </a:cxn>
                  <a:cxn ang="0">
                    <a:pos x="95" y="108"/>
                  </a:cxn>
                  <a:cxn ang="0">
                    <a:pos x="98" y="67"/>
                  </a:cxn>
                  <a:cxn ang="0">
                    <a:pos x="106" y="45"/>
                  </a:cxn>
                  <a:cxn ang="0">
                    <a:pos x="108" y="24"/>
                  </a:cxn>
                  <a:cxn ang="0">
                    <a:pos x="78" y="0"/>
                  </a:cxn>
                  <a:cxn ang="0">
                    <a:pos x="65" y="26"/>
                  </a:cxn>
                  <a:cxn ang="0">
                    <a:pos x="44" y="34"/>
                  </a:cxn>
                  <a:cxn ang="0">
                    <a:pos x="9" y="32"/>
                  </a:cxn>
                </a:cxnLst>
                <a:rect l="0" t="0" r="r" b="b"/>
                <a:pathLst>
                  <a:path w="115" h="144">
                    <a:moveTo>
                      <a:pt x="9" y="32"/>
                    </a:moveTo>
                    <a:cubicBezTo>
                      <a:pt x="7" y="41"/>
                      <a:pt x="18" y="54"/>
                      <a:pt x="24" y="65"/>
                    </a:cubicBezTo>
                    <a:cubicBezTo>
                      <a:pt x="31" y="75"/>
                      <a:pt x="33" y="86"/>
                      <a:pt x="24" y="101"/>
                    </a:cubicBezTo>
                    <a:cubicBezTo>
                      <a:pt x="16" y="116"/>
                      <a:pt x="0" y="123"/>
                      <a:pt x="11" y="134"/>
                    </a:cubicBezTo>
                    <a:cubicBezTo>
                      <a:pt x="22" y="144"/>
                      <a:pt x="37" y="144"/>
                      <a:pt x="44" y="138"/>
                    </a:cubicBezTo>
                    <a:cubicBezTo>
                      <a:pt x="50" y="131"/>
                      <a:pt x="65" y="123"/>
                      <a:pt x="74" y="118"/>
                    </a:cubicBezTo>
                    <a:cubicBezTo>
                      <a:pt x="83" y="114"/>
                      <a:pt x="93" y="116"/>
                      <a:pt x="95" y="108"/>
                    </a:cubicBezTo>
                    <a:cubicBezTo>
                      <a:pt x="98" y="99"/>
                      <a:pt x="95" y="73"/>
                      <a:pt x="98" y="67"/>
                    </a:cubicBezTo>
                    <a:cubicBezTo>
                      <a:pt x="100" y="60"/>
                      <a:pt x="106" y="45"/>
                      <a:pt x="106" y="45"/>
                    </a:cubicBezTo>
                    <a:cubicBezTo>
                      <a:pt x="106" y="45"/>
                      <a:pt x="115" y="30"/>
                      <a:pt x="108" y="24"/>
                    </a:cubicBezTo>
                    <a:cubicBezTo>
                      <a:pt x="102" y="17"/>
                      <a:pt x="78" y="0"/>
                      <a:pt x="78" y="0"/>
                    </a:cubicBezTo>
                    <a:cubicBezTo>
                      <a:pt x="65" y="26"/>
                      <a:pt x="65" y="26"/>
                      <a:pt x="65" y="26"/>
                    </a:cubicBezTo>
                    <a:cubicBezTo>
                      <a:pt x="65" y="26"/>
                      <a:pt x="52" y="39"/>
                      <a:pt x="44" y="34"/>
                    </a:cubicBezTo>
                    <a:cubicBezTo>
                      <a:pt x="35" y="30"/>
                      <a:pt x="9" y="32"/>
                      <a:pt x="9" y="32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12" name="Freeform 42">
                <a:extLst>
                  <a:ext uri="{FF2B5EF4-FFF2-40B4-BE49-F238E27FC236}">
                    <a16:creationId xmlns:a16="http://schemas.microsoft.com/office/drawing/2014/main" id="{82D3F94A-FB32-2E4F-A5F4-186CA5E120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4" y="2350"/>
                <a:ext cx="196" cy="473"/>
              </a:xfrm>
              <a:custGeom>
                <a:avLst/>
                <a:gdLst/>
                <a:ahLst/>
                <a:cxnLst>
                  <a:cxn ang="0">
                    <a:pos x="61" y="20"/>
                  </a:cxn>
                  <a:cxn ang="0">
                    <a:pos x="33" y="76"/>
                  </a:cxn>
                  <a:cxn ang="0">
                    <a:pos x="7" y="93"/>
                  </a:cxn>
                  <a:cxn ang="0">
                    <a:pos x="11" y="125"/>
                  </a:cxn>
                  <a:cxn ang="0">
                    <a:pos x="26" y="138"/>
                  </a:cxn>
                  <a:cxn ang="0">
                    <a:pos x="33" y="188"/>
                  </a:cxn>
                  <a:cxn ang="0">
                    <a:pos x="54" y="196"/>
                  </a:cxn>
                  <a:cxn ang="0">
                    <a:pos x="69" y="229"/>
                  </a:cxn>
                  <a:cxn ang="0">
                    <a:pos x="65" y="257"/>
                  </a:cxn>
                  <a:cxn ang="0">
                    <a:pos x="44" y="272"/>
                  </a:cxn>
                  <a:cxn ang="0">
                    <a:pos x="41" y="293"/>
                  </a:cxn>
                  <a:cxn ang="0">
                    <a:pos x="35" y="311"/>
                  </a:cxn>
                  <a:cxn ang="0">
                    <a:pos x="72" y="326"/>
                  </a:cxn>
                  <a:cxn ang="0">
                    <a:pos x="63" y="347"/>
                  </a:cxn>
                  <a:cxn ang="0">
                    <a:pos x="37" y="362"/>
                  </a:cxn>
                  <a:cxn ang="0">
                    <a:pos x="35" y="395"/>
                  </a:cxn>
                  <a:cxn ang="0">
                    <a:pos x="93" y="360"/>
                  </a:cxn>
                  <a:cxn ang="0">
                    <a:pos x="147" y="356"/>
                  </a:cxn>
                  <a:cxn ang="0">
                    <a:pos x="164" y="343"/>
                  </a:cxn>
                  <a:cxn ang="0">
                    <a:pos x="167" y="313"/>
                  </a:cxn>
                  <a:cxn ang="0">
                    <a:pos x="171" y="287"/>
                  </a:cxn>
                  <a:cxn ang="0">
                    <a:pos x="136" y="278"/>
                  </a:cxn>
                  <a:cxn ang="0">
                    <a:pos x="141" y="244"/>
                  </a:cxn>
                  <a:cxn ang="0">
                    <a:pos x="113" y="218"/>
                  </a:cxn>
                  <a:cxn ang="0">
                    <a:pos x="82" y="151"/>
                  </a:cxn>
                  <a:cxn ang="0">
                    <a:pos x="95" y="115"/>
                  </a:cxn>
                  <a:cxn ang="0">
                    <a:pos x="89" y="91"/>
                  </a:cxn>
                  <a:cxn ang="0">
                    <a:pos x="61" y="87"/>
                  </a:cxn>
                  <a:cxn ang="0">
                    <a:pos x="65" y="56"/>
                  </a:cxn>
                  <a:cxn ang="0">
                    <a:pos x="61" y="20"/>
                  </a:cxn>
                </a:cxnLst>
                <a:rect l="0" t="0" r="r" b="b"/>
                <a:pathLst>
                  <a:path w="171" h="412">
                    <a:moveTo>
                      <a:pt x="61" y="20"/>
                    </a:moveTo>
                    <a:cubicBezTo>
                      <a:pt x="57" y="25"/>
                      <a:pt x="39" y="74"/>
                      <a:pt x="33" y="76"/>
                    </a:cubicBezTo>
                    <a:cubicBezTo>
                      <a:pt x="26" y="78"/>
                      <a:pt x="9" y="84"/>
                      <a:pt x="7" y="93"/>
                    </a:cubicBezTo>
                    <a:cubicBezTo>
                      <a:pt x="5" y="102"/>
                      <a:pt x="0" y="123"/>
                      <a:pt x="11" y="125"/>
                    </a:cubicBezTo>
                    <a:cubicBezTo>
                      <a:pt x="22" y="128"/>
                      <a:pt x="24" y="125"/>
                      <a:pt x="26" y="138"/>
                    </a:cubicBezTo>
                    <a:cubicBezTo>
                      <a:pt x="28" y="151"/>
                      <a:pt x="26" y="179"/>
                      <a:pt x="33" y="188"/>
                    </a:cubicBezTo>
                    <a:cubicBezTo>
                      <a:pt x="39" y="196"/>
                      <a:pt x="46" y="190"/>
                      <a:pt x="54" y="196"/>
                    </a:cubicBezTo>
                    <a:cubicBezTo>
                      <a:pt x="63" y="203"/>
                      <a:pt x="65" y="220"/>
                      <a:pt x="69" y="229"/>
                    </a:cubicBezTo>
                    <a:cubicBezTo>
                      <a:pt x="74" y="237"/>
                      <a:pt x="78" y="255"/>
                      <a:pt x="65" y="257"/>
                    </a:cubicBezTo>
                    <a:cubicBezTo>
                      <a:pt x="52" y="259"/>
                      <a:pt x="37" y="259"/>
                      <a:pt x="44" y="272"/>
                    </a:cubicBezTo>
                    <a:cubicBezTo>
                      <a:pt x="50" y="285"/>
                      <a:pt x="44" y="285"/>
                      <a:pt x="41" y="293"/>
                    </a:cubicBezTo>
                    <a:cubicBezTo>
                      <a:pt x="39" y="302"/>
                      <a:pt x="26" y="304"/>
                      <a:pt x="35" y="311"/>
                    </a:cubicBezTo>
                    <a:cubicBezTo>
                      <a:pt x="44" y="317"/>
                      <a:pt x="61" y="326"/>
                      <a:pt x="72" y="326"/>
                    </a:cubicBezTo>
                    <a:cubicBezTo>
                      <a:pt x="82" y="326"/>
                      <a:pt x="80" y="343"/>
                      <a:pt x="63" y="347"/>
                    </a:cubicBezTo>
                    <a:cubicBezTo>
                      <a:pt x="46" y="352"/>
                      <a:pt x="39" y="352"/>
                      <a:pt x="37" y="362"/>
                    </a:cubicBezTo>
                    <a:cubicBezTo>
                      <a:pt x="35" y="373"/>
                      <a:pt x="15" y="412"/>
                      <a:pt x="35" y="395"/>
                    </a:cubicBezTo>
                    <a:cubicBezTo>
                      <a:pt x="54" y="377"/>
                      <a:pt x="78" y="362"/>
                      <a:pt x="93" y="360"/>
                    </a:cubicBezTo>
                    <a:cubicBezTo>
                      <a:pt x="108" y="358"/>
                      <a:pt x="139" y="356"/>
                      <a:pt x="147" y="356"/>
                    </a:cubicBezTo>
                    <a:cubicBezTo>
                      <a:pt x="156" y="356"/>
                      <a:pt x="167" y="354"/>
                      <a:pt x="164" y="343"/>
                    </a:cubicBezTo>
                    <a:cubicBezTo>
                      <a:pt x="162" y="332"/>
                      <a:pt x="167" y="313"/>
                      <a:pt x="167" y="313"/>
                    </a:cubicBezTo>
                    <a:cubicBezTo>
                      <a:pt x="171" y="287"/>
                      <a:pt x="171" y="287"/>
                      <a:pt x="171" y="287"/>
                    </a:cubicBezTo>
                    <a:cubicBezTo>
                      <a:pt x="136" y="278"/>
                      <a:pt x="136" y="278"/>
                      <a:pt x="136" y="278"/>
                    </a:cubicBezTo>
                    <a:cubicBezTo>
                      <a:pt x="136" y="278"/>
                      <a:pt x="145" y="250"/>
                      <a:pt x="141" y="244"/>
                    </a:cubicBezTo>
                    <a:cubicBezTo>
                      <a:pt x="136" y="237"/>
                      <a:pt x="113" y="218"/>
                      <a:pt x="113" y="218"/>
                    </a:cubicBezTo>
                    <a:cubicBezTo>
                      <a:pt x="113" y="218"/>
                      <a:pt x="85" y="160"/>
                      <a:pt x="82" y="151"/>
                    </a:cubicBezTo>
                    <a:cubicBezTo>
                      <a:pt x="80" y="143"/>
                      <a:pt x="87" y="123"/>
                      <a:pt x="95" y="115"/>
                    </a:cubicBezTo>
                    <a:cubicBezTo>
                      <a:pt x="104" y="106"/>
                      <a:pt x="100" y="89"/>
                      <a:pt x="89" y="91"/>
                    </a:cubicBezTo>
                    <a:cubicBezTo>
                      <a:pt x="78" y="93"/>
                      <a:pt x="63" y="97"/>
                      <a:pt x="61" y="87"/>
                    </a:cubicBezTo>
                    <a:cubicBezTo>
                      <a:pt x="59" y="76"/>
                      <a:pt x="56" y="67"/>
                      <a:pt x="65" y="56"/>
                    </a:cubicBezTo>
                    <a:cubicBezTo>
                      <a:pt x="74" y="46"/>
                      <a:pt x="76" y="0"/>
                      <a:pt x="61" y="2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13" name="Freeform 43">
                <a:extLst>
                  <a:ext uri="{FF2B5EF4-FFF2-40B4-BE49-F238E27FC236}">
                    <a16:creationId xmlns:a16="http://schemas.microsoft.com/office/drawing/2014/main" id="{EB413508-D9B3-524B-A862-4D4303C45F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6" y="3122"/>
                <a:ext cx="39" cy="81"/>
              </a:xfrm>
              <a:custGeom>
                <a:avLst/>
                <a:gdLst/>
                <a:ahLst/>
                <a:cxnLst>
                  <a:cxn ang="0">
                    <a:pos x="23" y="4"/>
                  </a:cxn>
                  <a:cxn ang="0">
                    <a:pos x="6" y="31"/>
                  </a:cxn>
                  <a:cxn ang="0">
                    <a:pos x="20" y="56"/>
                  </a:cxn>
                  <a:cxn ang="0">
                    <a:pos x="33" y="57"/>
                  </a:cxn>
                  <a:cxn ang="0">
                    <a:pos x="32" y="18"/>
                  </a:cxn>
                  <a:cxn ang="0">
                    <a:pos x="23" y="4"/>
                  </a:cxn>
                </a:cxnLst>
                <a:rect l="0" t="0" r="r" b="b"/>
                <a:pathLst>
                  <a:path w="34" h="70">
                    <a:moveTo>
                      <a:pt x="23" y="4"/>
                    </a:moveTo>
                    <a:cubicBezTo>
                      <a:pt x="23" y="8"/>
                      <a:pt x="0" y="25"/>
                      <a:pt x="6" y="31"/>
                    </a:cubicBezTo>
                    <a:cubicBezTo>
                      <a:pt x="12" y="36"/>
                      <a:pt x="16" y="47"/>
                      <a:pt x="20" y="56"/>
                    </a:cubicBezTo>
                    <a:cubicBezTo>
                      <a:pt x="24" y="64"/>
                      <a:pt x="32" y="70"/>
                      <a:pt x="33" y="57"/>
                    </a:cubicBezTo>
                    <a:cubicBezTo>
                      <a:pt x="34" y="44"/>
                      <a:pt x="31" y="22"/>
                      <a:pt x="32" y="18"/>
                    </a:cubicBezTo>
                    <a:cubicBezTo>
                      <a:pt x="33" y="14"/>
                      <a:pt x="23" y="0"/>
                      <a:pt x="23" y="4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14" name="Freeform 44">
                <a:extLst>
                  <a:ext uri="{FF2B5EF4-FFF2-40B4-BE49-F238E27FC236}">
                    <a16:creationId xmlns:a16="http://schemas.microsoft.com/office/drawing/2014/main" id="{7E605C57-D5DB-FC45-BA2C-55FC03E507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7" y="3235"/>
                <a:ext cx="61" cy="38"/>
              </a:xfrm>
              <a:custGeom>
                <a:avLst/>
                <a:gdLst/>
                <a:ahLst/>
                <a:cxnLst>
                  <a:cxn ang="0">
                    <a:pos x="53" y="0"/>
                  </a:cxn>
                  <a:cxn ang="0">
                    <a:pos x="52" y="14"/>
                  </a:cxn>
                  <a:cxn ang="0">
                    <a:pos x="37" y="30"/>
                  </a:cxn>
                  <a:cxn ang="0">
                    <a:pos x="19" y="15"/>
                  </a:cxn>
                  <a:cxn ang="0">
                    <a:pos x="6" y="1"/>
                  </a:cxn>
                  <a:cxn ang="0">
                    <a:pos x="32" y="0"/>
                  </a:cxn>
                  <a:cxn ang="0">
                    <a:pos x="53" y="0"/>
                  </a:cxn>
                </a:cxnLst>
                <a:rect l="0" t="0" r="r" b="b"/>
                <a:pathLst>
                  <a:path w="53" h="33">
                    <a:moveTo>
                      <a:pt x="53" y="0"/>
                    </a:moveTo>
                    <a:cubicBezTo>
                      <a:pt x="53" y="0"/>
                      <a:pt x="52" y="10"/>
                      <a:pt x="52" y="14"/>
                    </a:cubicBezTo>
                    <a:cubicBezTo>
                      <a:pt x="52" y="17"/>
                      <a:pt x="42" y="33"/>
                      <a:pt x="37" y="30"/>
                    </a:cubicBezTo>
                    <a:cubicBezTo>
                      <a:pt x="32" y="26"/>
                      <a:pt x="25" y="17"/>
                      <a:pt x="19" y="15"/>
                    </a:cubicBezTo>
                    <a:cubicBezTo>
                      <a:pt x="12" y="12"/>
                      <a:pt x="0" y="2"/>
                      <a:pt x="6" y="1"/>
                    </a:cubicBezTo>
                    <a:cubicBezTo>
                      <a:pt x="11" y="0"/>
                      <a:pt x="27" y="0"/>
                      <a:pt x="32" y="0"/>
                    </a:cubicBezTo>
                    <a:lnTo>
                      <a:pt x="53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15" name="Freeform 45">
                <a:extLst>
                  <a:ext uri="{FF2B5EF4-FFF2-40B4-BE49-F238E27FC236}">
                    <a16:creationId xmlns:a16="http://schemas.microsoft.com/office/drawing/2014/main" id="{5B01A8C8-0A44-EC49-9599-A0C1F49C22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3" y="3299"/>
                <a:ext cx="132" cy="33"/>
              </a:xfrm>
              <a:custGeom>
                <a:avLst/>
                <a:gdLst/>
                <a:ahLst/>
                <a:cxnLst>
                  <a:cxn ang="0">
                    <a:pos x="20" y="4"/>
                  </a:cxn>
                  <a:cxn ang="0">
                    <a:pos x="48" y="11"/>
                  </a:cxn>
                  <a:cxn ang="0">
                    <a:pos x="75" y="10"/>
                  </a:cxn>
                  <a:cxn ang="0">
                    <a:pos x="106" y="0"/>
                  </a:cxn>
                  <a:cxn ang="0">
                    <a:pos x="108" y="8"/>
                  </a:cxn>
                  <a:cxn ang="0">
                    <a:pos x="77" y="23"/>
                  </a:cxn>
                  <a:cxn ang="0">
                    <a:pos x="40" y="26"/>
                  </a:cxn>
                  <a:cxn ang="0">
                    <a:pos x="11" y="20"/>
                  </a:cxn>
                  <a:cxn ang="0">
                    <a:pos x="20" y="4"/>
                  </a:cxn>
                </a:cxnLst>
                <a:rect l="0" t="0" r="r" b="b"/>
                <a:pathLst>
                  <a:path w="115" h="29">
                    <a:moveTo>
                      <a:pt x="20" y="4"/>
                    </a:moveTo>
                    <a:cubicBezTo>
                      <a:pt x="20" y="4"/>
                      <a:pt x="40" y="9"/>
                      <a:pt x="48" y="11"/>
                    </a:cubicBezTo>
                    <a:cubicBezTo>
                      <a:pt x="55" y="14"/>
                      <a:pt x="68" y="12"/>
                      <a:pt x="75" y="10"/>
                    </a:cubicBezTo>
                    <a:cubicBezTo>
                      <a:pt x="81" y="8"/>
                      <a:pt x="101" y="0"/>
                      <a:pt x="106" y="0"/>
                    </a:cubicBezTo>
                    <a:cubicBezTo>
                      <a:pt x="111" y="0"/>
                      <a:pt x="115" y="5"/>
                      <a:pt x="108" y="8"/>
                    </a:cubicBezTo>
                    <a:cubicBezTo>
                      <a:pt x="102" y="11"/>
                      <a:pt x="88" y="22"/>
                      <a:pt x="77" y="23"/>
                    </a:cubicBezTo>
                    <a:cubicBezTo>
                      <a:pt x="66" y="24"/>
                      <a:pt x="51" y="29"/>
                      <a:pt x="40" y="26"/>
                    </a:cubicBezTo>
                    <a:cubicBezTo>
                      <a:pt x="29" y="24"/>
                      <a:pt x="20" y="20"/>
                      <a:pt x="11" y="20"/>
                    </a:cubicBezTo>
                    <a:cubicBezTo>
                      <a:pt x="2" y="20"/>
                      <a:pt x="0" y="5"/>
                      <a:pt x="20" y="4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16" name="Freeform 46">
                <a:extLst>
                  <a:ext uri="{FF2B5EF4-FFF2-40B4-BE49-F238E27FC236}">
                    <a16:creationId xmlns:a16="http://schemas.microsoft.com/office/drawing/2014/main" id="{3B9A7351-109E-5845-962E-A0F8F7B74B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" y="4007"/>
                <a:ext cx="60" cy="163"/>
              </a:xfrm>
              <a:custGeom>
                <a:avLst/>
                <a:gdLst/>
                <a:ahLst/>
                <a:cxnLst>
                  <a:cxn ang="0">
                    <a:pos x="15" y="43"/>
                  </a:cxn>
                  <a:cxn ang="0">
                    <a:pos x="4" y="79"/>
                  </a:cxn>
                  <a:cxn ang="0">
                    <a:pos x="8" y="116"/>
                  </a:cxn>
                  <a:cxn ang="0">
                    <a:pos x="24" y="133"/>
                  </a:cxn>
                  <a:cxn ang="0">
                    <a:pos x="52" y="116"/>
                  </a:cxn>
                  <a:cxn ang="0">
                    <a:pos x="49" y="71"/>
                  </a:cxn>
                  <a:cxn ang="0">
                    <a:pos x="15" y="43"/>
                  </a:cxn>
                </a:cxnLst>
                <a:rect l="0" t="0" r="r" b="b"/>
                <a:pathLst>
                  <a:path w="52" h="142">
                    <a:moveTo>
                      <a:pt x="15" y="43"/>
                    </a:moveTo>
                    <a:cubicBezTo>
                      <a:pt x="15" y="43"/>
                      <a:pt x="8" y="69"/>
                      <a:pt x="4" y="79"/>
                    </a:cubicBezTo>
                    <a:cubicBezTo>
                      <a:pt x="0" y="90"/>
                      <a:pt x="6" y="105"/>
                      <a:pt x="8" y="116"/>
                    </a:cubicBezTo>
                    <a:cubicBezTo>
                      <a:pt x="11" y="127"/>
                      <a:pt x="11" y="142"/>
                      <a:pt x="24" y="133"/>
                    </a:cubicBezTo>
                    <a:cubicBezTo>
                      <a:pt x="36" y="125"/>
                      <a:pt x="52" y="116"/>
                      <a:pt x="52" y="116"/>
                    </a:cubicBezTo>
                    <a:cubicBezTo>
                      <a:pt x="49" y="71"/>
                      <a:pt x="49" y="71"/>
                      <a:pt x="49" y="71"/>
                    </a:cubicBezTo>
                    <a:cubicBezTo>
                      <a:pt x="49" y="71"/>
                      <a:pt x="30" y="0"/>
                      <a:pt x="15" y="43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17" name="Freeform 47">
                <a:extLst>
                  <a:ext uri="{FF2B5EF4-FFF2-40B4-BE49-F238E27FC236}">
                    <a16:creationId xmlns:a16="http://schemas.microsoft.com/office/drawing/2014/main" id="{1C6DB653-E10A-E444-8AFE-20D6C05B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0" y="4144"/>
                <a:ext cx="293" cy="305"/>
              </a:xfrm>
              <a:custGeom>
                <a:avLst/>
                <a:gdLst/>
                <a:ahLst/>
                <a:cxnLst>
                  <a:cxn ang="0">
                    <a:pos x="20" y="8"/>
                  </a:cxn>
                  <a:cxn ang="0">
                    <a:pos x="68" y="43"/>
                  </a:cxn>
                  <a:cxn ang="0">
                    <a:pos x="105" y="95"/>
                  </a:cxn>
                  <a:cxn ang="0">
                    <a:pos x="152" y="128"/>
                  </a:cxn>
                  <a:cxn ang="0">
                    <a:pos x="170" y="142"/>
                  </a:cxn>
                  <a:cxn ang="0">
                    <a:pos x="203" y="181"/>
                  </a:cxn>
                  <a:cxn ang="0">
                    <a:pos x="230" y="208"/>
                  </a:cxn>
                  <a:cxn ang="0">
                    <a:pos x="232" y="264"/>
                  </a:cxn>
                  <a:cxn ang="0">
                    <a:pos x="167" y="247"/>
                  </a:cxn>
                  <a:cxn ang="0">
                    <a:pos x="115" y="168"/>
                  </a:cxn>
                  <a:cxn ang="0">
                    <a:pos x="62" y="83"/>
                  </a:cxn>
                  <a:cxn ang="0">
                    <a:pos x="19" y="43"/>
                  </a:cxn>
                  <a:cxn ang="0">
                    <a:pos x="20" y="8"/>
                  </a:cxn>
                </a:cxnLst>
                <a:rect l="0" t="0" r="r" b="b"/>
                <a:pathLst>
                  <a:path w="255" h="266">
                    <a:moveTo>
                      <a:pt x="20" y="8"/>
                    </a:moveTo>
                    <a:cubicBezTo>
                      <a:pt x="20" y="8"/>
                      <a:pt x="60" y="36"/>
                      <a:pt x="68" y="43"/>
                    </a:cubicBezTo>
                    <a:cubicBezTo>
                      <a:pt x="75" y="50"/>
                      <a:pt x="86" y="83"/>
                      <a:pt x="105" y="95"/>
                    </a:cubicBezTo>
                    <a:cubicBezTo>
                      <a:pt x="124" y="106"/>
                      <a:pt x="144" y="123"/>
                      <a:pt x="152" y="128"/>
                    </a:cubicBezTo>
                    <a:cubicBezTo>
                      <a:pt x="161" y="132"/>
                      <a:pt x="158" y="128"/>
                      <a:pt x="170" y="142"/>
                    </a:cubicBezTo>
                    <a:cubicBezTo>
                      <a:pt x="181" y="156"/>
                      <a:pt x="197" y="176"/>
                      <a:pt x="203" y="181"/>
                    </a:cubicBezTo>
                    <a:cubicBezTo>
                      <a:pt x="209" y="185"/>
                      <a:pt x="226" y="194"/>
                      <a:pt x="230" y="208"/>
                    </a:cubicBezTo>
                    <a:cubicBezTo>
                      <a:pt x="235" y="222"/>
                      <a:pt x="255" y="263"/>
                      <a:pt x="232" y="264"/>
                    </a:cubicBezTo>
                    <a:cubicBezTo>
                      <a:pt x="209" y="266"/>
                      <a:pt x="180" y="254"/>
                      <a:pt x="167" y="247"/>
                    </a:cubicBezTo>
                    <a:cubicBezTo>
                      <a:pt x="154" y="240"/>
                      <a:pt x="119" y="175"/>
                      <a:pt x="115" y="168"/>
                    </a:cubicBezTo>
                    <a:cubicBezTo>
                      <a:pt x="111" y="161"/>
                      <a:pt x="68" y="89"/>
                      <a:pt x="62" y="83"/>
                    </a:cubicBezTo>
                    <a:cubicBezTo>
                      <a:pt x="56" y="77"/>
                      <a:pt x="23" y="50"/>
                      <a:pt x="19" y="43"/>
                    </a:cubicBezTo>
                    <a:cubicBezTo>
                      <a:pt x="14" y="36"/>
                      <a:pt x="0" y="0"/>
                      <a:pt x="20" y="8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18" name="Freeform 48">
                <a:extLst>
                  <a:ext uri="{FF2B5EF4-FFF2-40B4-BE49-F238E27FC236}">
                    <a16:creationId xmlns:a16="http://schemas.microsoft.com/office/drawing/2014/main" id="{D9D175EA-394A-FA4F-8DD3-E9FF57F75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58" y="4451"/>
                <a:ext cx="223" cy="68"/>
              </a:xfrm>
              <a:custGeom>
                <a:avLst/>
                <a:gdLst/>
                <a:ahLst/>
                <a:cxnLst>
                  <a:cxn ang="0">
                    <a:pos x="3" y="21"/>
                  </a:cxn>
                  <a:cxn ang="0">
                    <a:pos x="50" y="38"/>
                  </a:cxn>
                  <a:cxn ang="0">
                    <a:pos x="89" y="59"/>
                  </a:cxn>
                  <a:cxn ang="0">
                    <a:pos x="152" y="59"/>
                  </a:cxn>
                  <a:cxn ang="0">
                    <a:pos x="188" y="45"/>
                  </a:cxn>
                  <a:cxn ang="0">
                    <a:pos x="128" y="26"/>
                  </a:cxn>
                  <a:cxn ang="0">
                    <a:pos x="93" y="21"/>
                  </a:cxn>
                  <a:cxn ang="0">
                    <a:pos x="40" y="16"/>
                  </a:cxn>
                  <a:cxn ang="0">
                    <a:pos x="3" y="21"/>
                  </a:cxn>
                </a:cxnLst>
                <a:rect l="0" t="0" r="r" b="b"/>
                <a:pathLst>
                  <a:path w="194" h="59">
                    <a:moveTo>
                      <a:pt x="3" y="21"/>
                    </a:moveTo>
                    <a:cubicBezTo>
                      <a:pt x="3" y="21"/>
                      <a:pt x="31" y="35"/>
                      <a:pt x="50" y="38"/>
                    </a:cubicBezTo>
                    <a:cubicBezTo>
                      <a:pt x="69" y="41"/>
                      <a:pt x="70" y="59"/>
                      <a:pt x="89" y="59"/>
                    </a:cubicBezTo>
                    <a:cubicBezTo>
                      <a:pt x="152" y="59"/>
                      <a:pt x="152" y="59"/>
                      <a:pt x="152" y="59"/>
                    </a:cubicBezTo>
                    <a:cubicBezTo>
                      <a:pt x="171" y="59"/>
                      <a:pt x="194" y="49"/>
                      <a:pt x="188" y="45"/>
                    </a:cubicBezTo>
                    <a:cubicBezTo>
                      <a:pt x="183" y="41"/>
                      <a:pt x="134" y="29"/>
                      <a:pt x="128" y="26"/>
                    </a:cubicBezTo>
                    <a:cubicBezTo>
                      <a:pt x="122" y="23"/>
                      <a:pt x="103" y="22"/>
                      <a:pt x="93" y="21"/>
                    </a:cubicBezTo>
                    <a:cubicBezTo>
                      <a:pt x="83" y="19"/>
                      <a:pt x="47" y="19"/>
                      <a:pt x="40" y="16"/>
                    </a:cubicBezTo>
                    <a:cubicBezTo>
                      <a:pt x="33" y="13"/>
                      <a:pt x="0" y="0"/>
                      <a:pt x="3" y="21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19" name="Freeform 49">
                <a:extLst>
                  <a:ext uri="{FF2B5EF4-FFF2-40B4-BE49-F238E27FC236}">
                    <a16:creationId xmlns:a16="http://schemas.microsoft.com/office/drawing/2014/main" id="{8F9B05F3-0F2D-0C4D-8FE6-0C454BB92C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4" y="4089"/>
                <a:ext cx="270" cy="305"/>
              </a:xfrm>
              <a:custGeom>
                <a:avLst/>
                <a:gdLst/>
                <a:ahLst/>
                <a:cxnLst>
                  <a:cxn ang="0">
                    <a:pos x="10" y="150"/>
                  </a:cxn>
                  <a:cxn ang="0">
                    <a:pos x="48" y="144"/>
                  </a:cxn>
                  <a:cxn ang="0">
                    <a:pos x="84" y="108"/>
                  </a:cxn>
                  <a:cxn ang="0">
                    <a:pos x="135" y="81"/>
                  </a:cxn>
                  <a:cxn ang="0">
                    <a:pos x="173" y="44"/>
                  </a:cxn>
                  <a:cxn ang="0">
                    <a:pos x="180" y="9"/>
                  </a:cxn>
                  <a:cxn ang="0">
                    <a:pos x="192" y="54"/>
                  </a:cxn>
                  <a:cxn ang="0">
                    <a:pos x="227" y="72"/>
                  </a:cxn>
                  <a:cxn ang="0">
                    <a:pos x="190" y="98"/>
                  </a:cxn>
                  <a:cxn ang="0">
                    <a:pos x="193" y="134"/>
                  </a:cxn>
                  <a:cxn ang="0">
                    <a:pos x="200" y="163"/>
                  </a:cxn>
                  <a:cxn ang="0">
                    <a:pos x="181" y="197"/>
                  </a:cxn>
                  <a:cxn ang="0">
                    <a:pos x="163" y="235"/>
                  </a:cxn>
                  <a:cxn ang="0">
                    <a:pos x="143" y="266"/>
                  </a:cxn>
                  <a:cxn ang="0">
                    <a:pos x="108" y="258"/>
                  </a:cxn>
                  <a:cxn ang="0">
                    <a:pos x="82" y="262"/>
                  </a:cxn>
                  <a:cxn ang="0">
                    <a:pos x="65" y="262"/>
                  </a:cxn>
                  <a:cxn ang="0">
                    <a:pos x="56" y="245"/>
                  </a:cxn>
                  <a:cxn ang="0">
                    <a:pos x="39" y="249"/>
                  </a:cxn>
                  <a:cxn ang="0">
                    <a:pos x="27" y="249"/>
                  </a:cxn>
                  <a:cxn ang="0">
                    <a:pos x="22" y="217"/>
                  </a:cxn>
                  <a:cxn ang="0">
                    <a:pos x="7" y="209"/>
                  </a:cxn>
                  <a:cxn ang="0">
                    <a:pos x="0" y="180"/>
                  </a:cxn>
                  <a:cxn ang="0">
                    <a:pos x="10" y="150"/>
                  </a:cxn>
                </a:cxnLst>
                <a:rect l="0" t="0" r="r" b="b"/>
                <a:pathLst>
                  <a:path w="235" h="266">
                    <a:moveTo>
                      <a:pt x="10" y="150"/>
                    </a:moveTo>
                    <a:cubicBezTo>
                      <a:pt x="20" y="148"/>
                      <a:pt x="45" y="153"/>
                      <a:pt x="48" y="144"/>
                    </a:cubicBezTo>
                    <a:cubicBezTo>
                      <a:pt x="50" y="135"/>
                      <a:pt x="69" y="117"/>
                      <a:pt x="84" y="108"/>
                    </a:cubicBezTo>
                    <a:cubicBezTo>
                      <a:pt x="98" y="100"/>
                      <a:pt x="130" y="84"/>
                      <a:pt x="135" y="81"/>
                    </a:cubicBezTo>
                    <a:cubicBezTo>
                      <a:pt x="141" y="78"/>
                      <a:pt x="177" y="54"/>
                      <a:pt x="173" y="44"/>
                    </a:cubicBezTo>
                    <a:cubicBezTo>
                      <a:pt x="168" y="33"/>
                      <a:pt x="171" y="0"/>
                      <a:pt x="180" y="9"/>
                    </a:cubicBezTo>
                    <a:cubicBezTo>
                      <a:pt x="189" y="18"/>
                      <a:pt x="184" y="46"/>
                      <a:pt x="192" y="54"/>
                    </a:cubicBezTo>
                    <a:cubicBezTo>
                      <a:pt x="199" y="61"/>
                      <a:pt x="235" y="62"/>
                      <a:pt x="227" y="72"/>
                    </a:cubicBezTo>
                    <a:cubicBezTo>
                      <a:pt x="220" y="82"/>
                      <a:pt x="193" y="87"/>
                      <a:pt x="190" y="98"/>
                    </a:cubicBezTo>
                    <a:cubicBezTo>
                      <a:pt x="187" y="110"/>
                      <a:pt x="183" y="125"/>
                      <a:pt x="193" y="134"/>
                    </a:cubicBezTo>
                    <a:cubicBezTo>
                      <a:pt x="203" y="143"/>
                      <a:pt x="212" y="153"/>
                      <a:pt x="200" y="163"/>
                    </a:cubicBezTo>
                    <a:cubicBezTo>
                      <a:pt x="189" y="173"/>
                      <a:pt x="186" y="183"/>
                      <a:pt x="181" y="197"/>
                    </a:cubicBezTo>
                    <a:cubicBezTo>
                      <a:pt x="177" y="212"/>
                      <a:pt x="168" y="222"/>
                      <a:pt x="163" y="235"/>
                    </a:cubicBezTo>
                    <a:cubicBezTo>
                      <a:pt x="157" y="248"/>
                      <a:pt x="151" y="266"/>
                      <a:pt x="143" y="266"/>
                    </a:cubicBezTo>
                    <a:cubicBezTo>
                      <a:pt x="134" y="266"/>
                      <a:pt x="117" y="259"/>
                      <a:pt x="108" y="258"/>
                    </a:cubicBezTo>
                    <a:cubicBezTo>
                      <a:pt x="99" y="256"/>
                      <a:pt x="88" y="260"/>
                      <a:pt x="82" y="262"/>
                    </a:cubicBezTo>
                    <a:cubicBezTo>
                      <a:pt x="76" y="263"/>
                      <a:pt x="66" y="266"/>
                      <a:pt x="65" y="262"/>
                    </a:cubicBezTo>
                    <a:cubicBezTo>
                      <a:pt x="63" y="258"/>
                      <a:pt x="61" y="242"/>
                      <a:pt x="56" y="245"/>
                    </a:cubicBezTo>
                    <a:cubicBezTo>
                      <a:pt x="52" y="248"/>
                      <a:pt x="39" y="249"/>
                      <a:pt x="39" y="249"/>
                    </a:cubicBezTo>
                    <a:cubicBezTo>
                      <a:pt x="27" y="249"/>
                      <a:pt x="27" y="249"/>
                      <a:pt x="27" y="249"/>
                    </a:cubicBezTo>
                    <a:cubicBezTo>
                      <a:pt x="22" y="217"/>
                      <a:pt x="22" y="217"/>
                      <a:pt x="22" y="217"/>
                    </a:cubicBezTo>
                    <a:cubicBezTo>
                      <a:pt x="7" y="209"/>
                      <a:pt x="7" y="209"/>
                      <a:pt x="7" y="209"/>
                    </a:cubicBezTo>
                    <a:cubicBezTo>
                      <a:pt x="0" y="180"/>
                      <a:pt x="0" y="180"/>
                      <a:pt x="0" y="180"/>
                    </a:cubicBezTo>
                    <a:cubicBezTo>
                      <a:pt x="0" y="180"/>
                      <a:pt x="0" y="151"/>
                      <a:pt x="10" y="15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20" name="Freeform 50">
                <a:extLst>
                  <a:ext uri="{FF2B5EF4-FFF2-40B4-BE49-F238E27FC236}">
                    <a16:creationId xmlns:a16="http://schemas.microsoft.com/office/drawing/2014/main" id="{AD7E48A4-D2A4-9247-8E67-5F795D9133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0" y="4315"/>
                <a:ext cx="103" cy="145"/>
              </a:xfrm>
              <a:custGeom>
                <a:avLst/>
                <a:gdLst/>
                <a:ahLst/>
                <a:cxnLst>
                  <a:cxn ang="0">
                    <a:pos x="13" y="20"/>
                  </a:cxn>
                  <a:cxn ang="0">
                    <a:pos x="0" y="59"/>
                  </a:cxn>
                  <a:cxn ang="0">
                    <a:pos x="12" y="109"/>
                  </a:cxn>
                  <a:cxn ang="0">
                    <a:pos x="26" y="127"/>
                  </a:cxn>
                  <a:cxn ang="0">
                    <a:pos x="20" y="88"/>
                  </a:cxn>
                  <a:cxn ang="0">
                    <a:pos x="29" y="55"/>
                  </a:cxn>
                  <a:cxn ang="0">
                    <a:pos x="43" y="59"/>
                  </a:cxn>
                  <a:cxn ang="0">
                    <a:pos x="56" y="94"/>
                  </a:cxn>
                  <a:cxn ang="0">
                    <a:pos x="79" y="102"/>
                  </a:cxn>
                  <a:cxn ang="0">
                    <a:pos x="89" y="96"/>
                  </a:cxn>
                  <a:cxn ang="0">
                    <a:pos x="69" y="75"/>
                  </a:cxn>
                  <a:cxn ang="0">
                    <a:pos x="58" y="52"/>
                  </a:cxn>
                  <a:cxn ang="0">
                    <a:pos x="52" y="36"/>
                  </a:cxn>
                  <a:cxn ang="0">
                    <a:pos x="75" y="23"/>
                  </a:cxn>
                  <a:cxn ang="0">
                    <a:pos x="62" y="13"/>
                  </a:cxn>
                  <a:cxn ang="0">
                    <a:pos x="32" y="20"/>
                  </a:cxn>
                  <a:cxn ang="0">
                    <a:pos x="28" y="0"/>
                  </a:cxn>
                  <a:cxn ang="0">
                    <a:pos x="13" y="20"/>
                  </a:cxn>
                </a:cxnLst>
                <a:rect l="0" t="0" r="r" b="b"/>
                <a:pathLst>
                  <a:path w="89" h="127">
                    <a:moveTo>
                      <a:pt x="13" y="20"/>
                    </a:moveTo>
                    <a:cubicBezTo>
                      <a:pt x="13" y="20"/>
                      <a:pt x="0" y="55"/>
                      <a:pt x="0" y="59"/>
                    </a:cubicBezTo>
                    <a:cubicBezTo>
                      <a:pt x="0" y="63"/>
                      <a:pt x="12" y="109"/>
                      <a:pt x="12" y="109"/>
                    </a:cubicBezTo>
                    <a:cubicBezTo>
                      <a:pt x="26" y="127"/>
                      <a:pt x="26" y="127"/>
                      <a:pt x="26" y="127"/>
                    </a:cubicBezTo>
                    <a:cubicBezTo>
                      <a:pt x="26" y="127"/>
                      <a:pt x="22" y="94"/>
                      <a:pt x="20" y="88"/>
                    </a:cubicBezTo>
                    <a:cubicBezTo>
                      <a:pt x="19" y="82"/>
                      <a:pt x="19" y="59"/>
                      <a:pt x="29" y="55"/>
                    </a:cubicBezTo>
                    <a:cubicBezTo>
                      <a:pt x="39" y="51"/>
                      <a:pt x="39" y="53"/>
                      <a:pt x="43" y="59"/>
                    </a:cubicBezTo>
                    <a:cubicBezTo>
                      <a:pt x="48" y="65"/>
                      <a:pt x="52" y="85"/>
                      <a:pt x="56" y="94"/>
                    </a:cubicBezTo>
                    <a:cubicBezTo>
                      <a:pt x="61" y="102"/>
                      <a:pt x="75" y="101"/>
                      <a:pt x="79" y="102"/>
                    </a:cubicBezTo>
                    <a:cubicBezTo>
                      <a:pt x="84" y="104"/>
                      <a:pt x="89" y="96"/>
                      <a:pt x="89" y="96"/>
                    </a:cubicBezTo>
                    <a:cubicBezTo>
                      <a:pt x="69" y="75"/>
                      <a:pt x="69" y="75"/>
                      <a:pt x="69" y="75"/>
                    </a:cubicBezTo>
                    <a:cubicBezTo>
                      <a:pt x="69" y="75"/>
                      <a:pt x="62" y="59"/>
                      <a:pt x="58" y="52"/>
                    </a:cubicBezTo>
                    <a:cubicBezTo>
                      <a:pt x="53" y="45"/>
                      <a:pt x="52" y="36"/>
                      <a:pt x="52" y="36"/>
                    </a:cubicBezTo>
                    <a:cubicBezTo>
                      <a:pt x="75" y="23"/>
                      <a:pt x="75" y="23"/>
                      <a:pt x="75" y="23"/>
                    </a:cubicBezTo>
                    <a:cubicBezTo>
                      <a:pt x="62" y="13"/>
                      <a:pt x="62" y="13"/>
                      <a:pt x="62" y="13"/>
                    </a:cubicBezTo>
                    <a:cubicBezTo>
                      <a:pt x="62" y="13"/>
                      <a:pt x="32" y="26"/>
                      <a:pt x="32" y="20"/>
                    </a:cubicBezTo>
                    <a:cubicBezTo>
                      <a:pt x="32" y="15"/>
                      <a:pt x="28" y="0"/>
                      <a:pt x="28" y="0"/>
                    </a:cubicBezTo>
                    <a:lnTo>
                      <a:pt x="13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21" name="Freeform 51">
                <a:extLst>
                  <a:ext uri="{FF2B5EF4-FFF2-40B4-BE49-F238E27FC236}">
                    <a16:creationId xmlns:a16="http://schemas.microsoft.com/office/drawing/2014/main" id="{41B6FB9B-9775-8A40-9B26-D0F399CCB3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4" y="4513"/>
                <a:ext cx="63" cy="24"/>
              </a:xfrm>
              <a:custGeom>
                <a:avLst/>
                <a:gdLst/>
                <a:ahLst/>
                <a:cxnLst>
                  <a:cxn ang="0">
                    <a:pos x="9" y="7"/>
                  </a:cxn>
                  <a:cxn ang="0">
                    <a:pos x="49" y="5"/>
                  </a:cxn>
                  <a:cxn ang="0">
                    <a:pos x="50" y="21"/>
                  </a:cxn>
                  <a:cxn ang="0">
                    <a:pos x="19" y="20"/>
                  </a:cxn>
                  <a:cxn ang="0">
                    <a:pos x="9" y="7"/>
                  </a:cxn>
                </a:cxnLst>
                <a:rect l="0" t="0" r="r" b="b"/>
                <a:pathLst>
                  <a:path w="55" h="21">
                    <a:moveTo>
                      <a:pt x="9" y="7"/>
                    </a:moveTo>
                    <a:cubicBezTo>
                      <a:pt x="9" y="7"/>
                      <a:pt x="43" y="0"/>
                      <a:pt x="49" y="5"/>
                    </a:cubicBezTo>
                    <a:cubicBezTo>
                      <a:pt x="55" y="11"/>
                      <a:pt x="50" y="21"/>
                      <a:pt x="50" y="21"/>
                    </a:cubicBezTo>
                    <a:cubicBezTo>
                      <a:pt x="50" y="21"/>
                      <a:pt x="24" y="20"/>
                      <a:pt x="19" y="20"/>
                    </a:cubicBezTo>
                    <a:cubicBezTo>
                      <a:pt x="13" y="20"/>
                      <a:pt x="0" y="10"/>
                      <a:pt x="9" y="7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22" name="Freeform 52">
                <a:extLst>
                  <a:ext uri="{FF2B5EF4-FFF2-40B4-BE49-F238E27FC236}">
                    <a16:creationId xmlns:a16="http://schemas.microsoft.com/office/drawing/2014/main" id="{9C48677D-4B70-6B42-A4CE-B29C60DE5F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81" y="4552"/>
                <a:ext cx="59" cy="23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47" y="3"/>
                  </a:cxn>
                  <a:cxn ang="0">
                    <a:pos x="51" y="20"/>
                  </a:cxn>
                  <a:cxn ang="0">
                    <a:pos x="27" y="16"/>
                  </a:cxn>
                  <a:cxn ang="0">
                    <a:pos x="18" y="0"/>
                  </a:cxn>
                </a:cxnLst>
                <a:rect l="0" t="0" r="r" b="b"/>
                <a:pathLst>
                  <a:path w="51" h="20">
                    <a:moveTo>
                      <a:pt x="18" y="0"/>
                    </a:moveTo>
                    <a:cubicBezTo>
                      <a:pt x="23" y="0"/>
                      <a:pt x="43" y="0"/>
                      <a:pt x="47" y="3"/>
                    </a:cubicBezTo>
                    <a:cubicBezTo>
                      <a:pt x="51" y="6"/>
                      <a:pt x="51" y="20"/>
                      <a:pt x="51" y="20"/>
                    </a:cubicBezTo>
                    <a:cubicBezTo>
                      <a:pt x="51" y="20"/>
                      <a:pt x="31" y="20"/>
                      <a:pt x="27" y="16"/>
                    </a:cubicBezTo>
                    <a:cubicBezTo>
                      <a:pt x="23" y="12"/>
                      <a:pt x="0" y="1"/>
                      <a:pt x="18" y="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23" name="Freeform 53">
                <a:extLst>
                  <a:ext uri="{FF2B5EF4-FFF2-40B4-BE49-F238E27FC236}">
                    <a16:creationId xmlns:a16="http://schemas.microsoft.com/office/drawing/2014/main" id="{07D2EA9D-BB6C-D041-8C85-1CC2157147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9" y="4536"/>
                <a:ext cx="101" cy="43"/>
              </a:xfrm>
              <a:custGeom>
                <a:avLst/>
                <a:gdLst/>
                <a:ahLst/>
                <a:cxnLst>
                  <a:cxn ang="0">
                    <a:pos x="44" y="11"/>
                  </a:cxn>
                  <a:cxn ang="0">
                    <a:pos x="82" y="0"/>
                  </a:cxn>
                  <a:cxn ang="0">
                    <a:pos x="82" y="17"/>
                  </a:cxn>
                  <a:cxn ang="0">
                    <a:pos x="57" y="27"/>
                  </a:cxn>
                  <a:cxn ang="0">
                    <a:pos x="11" y="33"/>
                  </a:cxn>
                  <a:cxn ang="0">
                    <a:pos x="42" y="21"/>
                  </a:cxn>
                  <a:cxn ang="0">
                    <a:pos x="44" y="11"/>
                  </a:cxn>
                </a:cxnLst>
                <a:rect l="0" t="0" r="r" b="b"/>
                <a:pathLst>
                  <a:path w="88" h="37">
                    <a:moveTo>
                      <a:pt x="44" y="11"/>
                    </a:moveTo>
                    <a:cubicBezTo>
                      <a:pt x="44" y="11"/>
                      <a:pt x="76" y="0"/>
                      <a:pt x="82" y="0"/>
                    </a:cubicBezTo>
                    <a:cubicBezTo>
                      <a:pt x="88" y="0"/>
                      <a:pt x="86" y="15"/>
                      <a:pt x="82" y="17"/>
                    </a:cubicBezTo>
                    <a:cubicBezTo>
                      <a:pt x="78" y="18"/>
                      <a:pt x="57" y="27"/>
                      <a:pt x="57" y="27"/>
                    </a:cubicBezTo>
                    <a:cubicBezTo>
                      <a:pt x="57" y="27"/>
                      <a:pt x="0" y="37"/>
                      <a:pt x="11" y="33"/>
                    </a:cubicBezTo>
                    <a:cubicBezTo>
                      <a:pt x="23" y="28"/>
                      <a:pt x="42" y="21"/>
                      <a:pt x="42" y="21"/>
                    </a:cubicBezTo>
                    <a:lnTo>
                      <a:pt x="44" y="1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24" name="Freeform 54">
                <a:extLst>
                  <a:ext uri="{FF2B5EF4-FFF2-40B4-BE49-F238E27FC236}">
                    <a16:creationId xmlns:a16="http://schemas.microsoft.com/office/drawing/2014/main" id="{C346A3D5-2566-8349-93DA-E045D07FA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36" y="4269"/>
                <a:ext cx="82" cy="25"/>
              </a:xfrm>
              <a:custGeom>
                <a:avLst/>
                <a:gdLst/>
                <a:ahLst/>
                <a:cxnLst>
                  <a:cxn ang="0">
                    <a:pos x="9" y="9"/>
                  </a:cxn>
                  <a:cxn ang="0">
                    <a:pos x="37" y="17"/>
                  </a:cxn>
                  <a:cxn ang="0">
                    <a:pos x="61" y="22"/>
                  </a:cxn>
                  <a:cxn ang="0">
                    <a:pos x="71" y="12"/>
                  </a:cxn>
                  <a:cxn ang="0">
                    <a:pos x="48" y="4"/>
                  </a:cxn>
                  <a:cxn ang="0">
                    <a:pos x="9" y="9"/>
                  </a:cxn>
                </a:cxnLst>
                <a:rect l="0" t="0" r="r" b="b"/>
                <a:pathLst>
                  <a:path w="71" h="22">
                    <a:moveTo>
                      <a:pt x="9" y="9"/>
                    </a:moveTo>
                    <a:cubicBezTo>
                      <a:pt x="9" y="9"/>
                      <a:pt x="32" y="17"/>
                      <a:pt x="37" y="17"/>
                    </a:cubicBezTo>
                    <a:cubicBezTo>
                      <a:pt x="41" y="17"/>
                      <a:pt x="57" y="22"/>
                      <a:pt x="61" y="22"/>
                    </a:cubicBezTo>
                    <a:cubicBezTo>
                      <a:pt x="65" y="22"/>
                      <a:pt x="71" y="16"/>
                      <a:pt x="71" y="12"/>
                    </a:cubicBezTo>
                    <a:cubicBezTo>
                      <a:pt x="71" y="7"/>
                      <a:pt x="54" y="6"/>
                      <a:pt x="48" y="4"/>
                    </a:cubicBezTo>
                    <a:cubicBezTo>
                      <a:pt x="42" y="3"/>
                      <a:pt x="0" y="0"/>
                      <a:pt x="9" y="9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25" name="Freeform 55">
                <a:extLst>
                  <a:ext uri="{FF2B5EF4-FFF2-40B4-BE49-F238E27FC236}">
                    <a16:creationId xmlns:a16="http://schemas.microsoft.com/office/drawing/2014/main" id="{40910FBA-644D-6449-9817-704BA90AC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1" y="3811"/>
                <a:ext cx="75" cy="140"/>
              </a:xfrm>
              <a:custGeom>
                <a:avLst/>
                <a:gdLst/>
                <a:ahLst/>
                <a:cxnLst>
                  <a:cxn ang="0">
                    <a:pos x="30" y="11"/>
                  </a:cxn>
                  <a:cxn ang="0">
                    <a:pos x="17" y="51"/>
                  </a:cxn>
                  <a:cxn ang="0">
                    <a:pos x="3" y="62"/>
                  </a:cxn>
                  <a:cxn ang="0">
                    <a:pos x="19" y="89"/>
                  </a:cxn>
                  <a:cxn ang="0">
                    <a:pos x="27" y="113"/>
                  </a:cxn>
                  <a:cxn ang="0">
                    <a:pos x="44" y="112"/>
                  </a:cxn>
                  <a:cxn ang="0">
                    <a:pos x="42" y="74"/>
                  </a:cxn>
                  <a:cxn ang="0">
                    <a:pos x="59" y="46"/>
                  </a:cxn>
                  <a:cxn ang="0">
                    <a:pos x="60" y="7"/>
                  </a:cxn>
                  <a:cxn ang="0">
                    <a:pos x="43" y="6"/>
                  </a:cxn>
                  <a:cxn ang="0">
                    <a:pos x="30" y="11"/>
                  </a:cxn>
                </a:cxnLst>
                <a:rect l="0" t="0" r="r" b="b"/>
                <a:pathLst>
                  <a:path w="65" h="122">
                    <a:moveTo>
                      <a:pt x="30" y="11"/>
                    </a:moveTo>
                    <a:cubicBezTo>
                      <a:pt x="30" y="11"/>
                      <a:pt x="23" y="50"/>
                      <a:pt x="17" y="51"/>
                    </a:cubicBezTo>
                    <a:cubicBezTo>
                      <a:pt x="11" y="53"/>
                      <a:pt x="0" y="54"/>
                      <a:pt x="3" y="62"/>
                    </a:cubicBezTo>
                    <a:cubicBezTo>
                      <a:pt x="6" y="69"/>
                      <a:pt x="17" y="85"/>
                      <a:pt x="19" y="89"/>
                    </a:cubicBezTo>
                    <a:cubicBezTo>
                      <a:pt x="20" y="93"/>
                      <a:pt x="27" y="113"/>
                      <a:pt x="27" y="113"/>
                    </a:cubicBezTo>
                    <a:cubicBezTo>
                      <a:pt x="27" y="113"/>
                      <a:pt x="44" y="122"/>
                      <a:pt x="44" y="112"/>
                    </a:cubicBezTo>
                    <a:cubicBezTo>
                      <a:pt x="44" y="102"/>
                      <a:pt x="42" y="74"/>
                      <a:pt x="42" y="74"/>
                    </a:cubicBezTo>
                    <a:cubicBezTo>
                      <a:pt x="42" y="74"/>
                      <a:pt x="53" y="50"/>
                      <a:pt x="59" y="46"/>
                    </a:cubicBezTo>
                    <a:cubicBezTo>
                      <a:pt x="65" y="41"/>
                      <a:pt x="60" y="11"/>
                      <a:pt x="60" y="7"/>
                    </a:cubicBezTo>
                    <a:cubicBezTo>
                      <a:pt x="60" y="3"/>
                      <a:pt x="43" y="6"/>
                      <a:pt x="43" y="6"/>
                    </a:cubicBezTo>
                    <a:cubicBezTo>
                      <a:pt x="43" y="6"/>
                      <a:pt x="26" y="0"/>
                      <a:pt x="30" y="11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26" name="Freeform 56">
                <a:extLst>
                  <a:ext uri="{FF2B5EF4-FFF2-40B4-BE49-F238E27FC236}">
                    <a16:creationId xmlns:a16="http://schemas.microsoft.com/office/drawing/2014/main" id="{78D6F463-7008-1A41-9CE7-94E000434B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9" y="3911"/>
                <a:ext cx="39" cy="56"/>
              </a:xfrm>
              <a:custGeom>
                <a:avLst/>
                <a:gdLst/>
                <a:ahLst/>
                <a:cxnLst>
                  <a:cxn ang="0">
                    <a:pos x="9" y="2"/>
                  </a:cxn>
                  <a:cxn ang="0">
                    <a:pos x="29" y="6"/>
                  </a:cxn>
                  <a:cxn ang="0">
                    <a:pos x="21" y="23"/>
                  </a:cxn>
                  <a:cxn ang="0">
                    <a:pos x="17" y="48"/>
                  </a:cxn>
                  <a:cxn ang="0">
                    <a:pos x="0" y="31"/>
                  </a:cxn>
                  <a:cxn ang="0">
                    <a:pos x="9" y="2"/>
                  </a:cxn>
                </a:cxnLst>
                <a:rect l="0" t="0" r="r" b="b"/>
                <a:pathLst>
                  <a:path w="34" h="49">
                    <a:moveTo>
                      <a:pt x="9" y="2"/>
                    </a:moveTo>
                    <a:cubicBezTo>
                      <a:pt x="9" y="2"/>
                      <a:pt x="23" y="0"/>
                      <a:pt x="29" y="6"/>
                    </a:cubicBezTo>
                    <a:cubicBezTo>
                      <a:pt x="34" y="12"/>
                      <a:pt x="23" y="19"/>
                      <a:pt x="21" y="23"/>
                    </a:cubicBezTo>
                    <a:cubicBezTo>
                      <a:pt x="20" y="28"/>
                      <a:pt x="23" y="46"/>
                      <a:pt x="17" y="48"/>
                    </a:cubicBezTo>
                    <a:cubicBezTo>
                      <a:pt x="11" y="49"/>
                      <a:pt x="0" y="31"/>
                      <a:pt x="0" y="31"/>
                    </a:cubicBezTo>
                    <a:lnTo>
                      <a:pt x="9" y="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27" name="Freeform 57">
                <a:extLst>
                  <a:ext uri="{FF2B5EF4-FFF2-40B4-BE49-F238E27FC236}">
                    <a16:creationId xmlns:a16="http://schemas.microsoft.com/office/drawing/2014/main" id="{37712E13-0EE5-0645-AAAF-929DDDE3C4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9" y="3955"/>
                <a:ext cx="27" cy="26"/>
              </a:xfrm>
              <a:custGeom>
                <a:avLst/>
                <a:gdLst/>
                <a:ahLst/>
                <a:cxnLst>
                  <a:cxn ang="0">
                    <a:pos x="3" y="2"/>
                  </a:cxn>
                  <a:cxn ang="0">
                    <a:pos x="0" y="16"/>
                  </a:cxn>
                  <a:cxn ang="0">
                    <a:pos x="11" y="20"/>
                  </a:cxn>
                  <a:cxn ang="0">
                    <a:pos x="23" y="13"/>
                  </a:cxn>
                  <a:cxn ang="0">
                    <a:pos x="23" y="0"/>
                  </a:cxn>
                  <a:cxn ang="0">
                    <a:pos x="3" y="2"/>
                  </a:cxn>
                </a:cxnLst>
                <a:rect l="0" t="0" r="r" b="b"/>
                <a:pathLst>
                  <a:path w="23" h="22">
                    <a:moveTo>
                      <a:pt x="3" y="2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0" y="16"/>
                      <a:pt x="5" y="22"/>
                      <a:pt x="11" y="20"/>
                    </a:cubicBezTo>
                    <a:cubicBezTo>
                      <a:pt x="17" y="19"/>
                      <a:pt x="23" y="13"/>
                      <a:pt x="23" y="13"/>
                    </a:cubicBezTo>
                    <a:cubicBezTo>
                      <a:pt x="23" y="0"/>
                      <a:pt x="23" y="0"/>
                      <a:pt x="23" y="0"/>
                    </a:cubicBezTo>
                    <a:lnTo>
                      <a:pt x="3" y="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28" name="Freeform 58">
                <a:extLst>
                  <a:ext uri="{FF2B5EF4-FFF2-40B4-BE49-F238E27FC236}">
                    <a16:creationId xmlns:a16="http://schemas.microsoft.com/office/drawing/2014/main" id="{1138805F-9D4A-BC44-8174-A397860CD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6" y="4007"/>
                <a:ext cx="61" cy="64"/>
              </a:xfrm>
              <a:custGeom>
                <a:avLst/>
                <a:gdLst/>
                <a:ahLst/>
                <a:cxnLst>
                  <a:cxn ang="0">
                    <a:pos x="25" y="0"/>
                  </a:cxn>
                  <a:cxn ang="0">
                    <a:pos x="38" y="13"/>
                  </a:cxn>
                  <a:cxn ang="0">
                    <a:pos x="46" y="24"/>
                  </a:cxn>
                  <a:cxn ang="0">
                    <a:pos x="30" y="33"/>
                  </a:cxn>
                  <a:cxn ang="0">
                    <a:pos x="0" y="56"/>
                  </a:cxn>
                  <a:cxn ang="0">
                    <a:pos x="11" y="30"/>
                  </a:cxn>
                  <a:cxn ang="0">
                    <a:pos x="25" y="0"/>
                  </a:cxn>
                </a:cxnLst>
                <a:rect l="0" t="0" r="r" b="b"/>
                <a:pathLst>
                  <a:path w="53" h="56">
                    <a:moveTo>
                      <a:pt x="25" y="0"/>
                    </a:moveTo>
                    <a:cubicBezTo>
                      <a:pt x="25" y="0"/>
                      <a:pt x="31" y="13"/>
                      <a:pt x="38" y="13"/>
                    </a:cubicBezTo>
                    <a:cubicBezTo>
                      <a:pt x="46" y="13"/>
                      <a:pt x="53" y="23"/>
                      <a:pt x="46" y="24"/>
                    </a:cubicBezTo>
                    <a:cubicBezTo>
                      <a:pt x="38" y="26"/>
                      <a:pt x="30" y="33"/>
                      <a:pt x="30" y="33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11" y="30"/>
                      <a:pt x="11" y="30"/>
                      <a:pt x="11" y="30"/>
                    </a:cubicBezTo>
                    <a:lnTo>
                      <a:pt x="25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29" name="Freeform 59">
                <a:extLst>
                  <a:ext uri="{FF2B5EF4-FFF2-40B4-BE49-F238E27FC236}">
                    <a16:creationId xmlns:a16="http://schemas.microsoft.com/office/drawing/2014/main" id="{293D23DD-B786-834E-B53D-08BBEE5F12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43" y="3949"/>
                <a:ext cx="142" cy="204"/>
              </a:xfrm>
              <a:custGeom>
                <a:avLst/>
                <a:gdLst/>
                <a:ahLst/>
                <a:cxnLst>
                  <a:cxn ang="0">
                    <a:pos x="20" y="28"/>
                  </a:cxn>
                  <a:cxn ang="0">
                    <a:pos x="38" y="38"/>
                  </a:cxn>
                  <a:cxn ang="0">
                    <a:pos x="51" y="51"/>
                  </a:cxn>
                  <a:cxn ang="0">
                    <a:pos x="72" y="43"/>
                  </a:cxn>
                  <a:cxn ang="0">
                    <a:pos x="71" y="31"/>
                  </a:cxn>
                  <a:cxn ang="0">
                    <a:pos x="65" y="13"/>
                  </a:cxn>
                  <a:cxn ang="0">
                    <a:pos x="82" y="2"/>
                  </a:cxn>
                  <a:cxn ang="0">
                    <a:pos x="94" y="13"/>
                  </a:cxn>
                  <a:cxn ang="0">
                    <a:pos x="94" y="33"/>
                  </a:cxn>
                  <a:cxn ang="0">
                    <a:pos x="107" y="43"/>
                  </a:cxn>
                  <a:cxn ang="0">
                    <a:pos x="98" y="61"/>
                  </a:cxn>
                  <a:cxn ang="0">
                    <a:pos x="79" y="75"/>
                  </a:cxn>
                  <a:cxn ang="0">
                    <a:pos x="65" y="82"/>
                  </a:cxn>
                  <a:cxn ang="0">
                    <a:pos x="66" y="110"/>
                  </a:cxn>
                  <a:cxn ang="0">
                    <a:pos x="84" y="108"/>
                  </a:cxn>
                  <a:cxn ang="0">
                    <a:pos x="97" y="85"/>
                  </a:cxn>
                  <a:cxn ang="0">
                    <a:pos x="110" y="89"/>
                  </a:cxn>
                  <a:cxn ang="0">
                    <a:pos x="110" y="112"/>
                  </a:cxn>
                  <a:cxn ang="0">
                    <a:pos x="123" y="130"/>
                  </a:cxn>
                  <a:cxn ang="0">
                    <a:pos x="114" y="144"/>
                  </a:cxn>
                  <a:cxn ang="0">
                    <a:pos x="98" y="151"/>
                  </a:cxn>
                  <a:cxn ang="0">
                    <a:pos x="82" y="170"/>
                  </a:cxn>
                  <a:cxn ang="0">
                    <a:pos x="71" y="135"/>
                  </a:cxn>
                  <a:cxn ang="0">
                    <a:pos x="41" y="134"/>
                  </a:cxn>
                  <a:cxn ang="0">
                    <a:pos x="26" y="158"/>
                  </a:cxn>
                  <a:cxn ang="0">
                    <a:pos x="0" y="178"/>
                  </a:cxn>
                  <a:cxn ang="0">
                    <a:pos x="9" y="156"/>
                  </a:cxn>
                  <a:cxn ang="0">
                    <a:pos x="32" y="115"/>
                  </a:cxn>
                  <a:cxn ang="0">
                    <a:pos x="46" y="89"/>
                  </a:cxn>
                  <a:cxn ang="0">
                    <a:pos x="31" y="69"/>
                  </a:cxn>
                  <a:cxn ang="0">
                    <a:pos x="13" y="56"/>
                  </a:cxn>
                  <a:cxn ang="0">
                    <a:pos x="20" y="28"/>
                  </a:cxn>
                </a:cxnLst>
                <a:rect l="0" t="0" r="r" b="b"/>
                <a:pathLst>
                  <a:path w="123" h="178">
                    <a:moveTo>
                      <a:pt x="20" y="28"/>
                    </a:moveTo>
                    <a:cubicBezTo>
                      <a:pt x="20" y="28"/>
                      <a:pt x="36" y="32"/>
                      <a:pt x="38" y="38"/>
                    </a:cubicBezTo>
                    <a:cubicBezTo>
                      <a:pt x="39" y="43"/>
                      <a:pt x="46" y="49"/>
                      <a:pt x="51" y="51"/>
                    </a:cubicBezTo>
                    <a:cubicBezTo>
                      <a:pt x="55" y="52"/>
                      <a:pt x="72" y="43"/>
                      <a:pt x="72" y="43"/>
                    </a:cubicBezTo>
                    <a:cubicBezTo>
                      <a:pt x="72" y="43"/>
                      <a:pt x="79" y="33"/>
                      <a:pt x="71" y="31"/>
                    </a:cubicBezTo>
                    <a:cubicBezTo>
                      <a:pt x="62" y="28"/>
                      <a:pt x="61" y="15"/>
                      <a:pt x="65" y="13"/>
                    </a:cubicBezTo>
                    <a:cubicBezTo>
                      <a:pt x="69" y="12"/>
                      <a:pt x="72" y="0"/>
                      <a:pt x="82" y="2"/>
                    </a:cubicBezTo>
                    <a:cubicBezTo>
                      <a:pt x="92" y="3"/>
                      <a:pt x="92" y="9"/>
                      <a:pt x="94" y="13"/>
                    </a:cubicBezTo>
                    <a:cubicBezTo>
                      <a:pt x="95" y="18"/>
                      <a:pt x="90" y="32"/>
                      <a:pt x="94" y="33"/>
                    </a:cubicBezTo>
                    <a:cubicBezTo>
                      <a:pt x="98" y="35"/>
                      <a:pt x="107" y="43"/>
                      <a:pt x="107" y="43"/>
                    </a:cubicBezTo>
                    <a:cubicBezTo>
                      <a:pt x="98" y="61"/>
                      <a:pt x="98" y="61"/>
                      <a:pt x="98" y="61"/>
                    </a:cubicBezTo>
                    <a:cubicBezTo>
                      <a:pt x="98" y="61"/>
                      <a:pt x="84" y="75"/>
                      <a:pt x="79" y="75"/>
                    </a:cubicBezTo>
                    <a:cubicBezTo>
                      <a:pt x="75" y="75"/>
                      <a:pt x="64" y="77"/>
                      <a:pt x="65" y="82"/>
                    </a:cubicBezTo>
                    <a:cubicBezTo>
                      <a:pt x="66" y="88"/>
                      <a:pt x="66" y="110"/>
                      <a:pt x="66" y="110"/>
                    </a:cubicBezTo>
                    <a:cubicBezTo>
                      <a:pt x="84" y="108"/>
                      <a:pt x="84" y="108"/>
                      <a:pt x="84" y="108"/>
                    </a:cubicBezTo>
                    <a:cubicBezTo>
                      <a:pt x="97" y="85"/>
                      <a:pt x="97" y="85"/>
                      <a:pt x="97" y="85"/>
                    </a:cubicBezTo>
                    <a:cubicBezTo>
                      <a:pt x="110" y="89"/>
                      <a:pt x="110" y="89"/>
                      <a:pt x="110" y="89"/>
                    </a:cubicBezTo>
                    <a:cubicBezTo>
                      <a:pt x="110" y="112"/>
                      <a:pt x="110" y="112"/>
                      <a:pt x="110" y="112"/>
                    </a:cubicBezTo>
                    <a:cubicBezTo>
                      <a:pt x="123" y="130"/>
                      <a:pt x="123" y="130"/>
                      <a:pt x="123" y="130"/>
                    </a:cubicBezTo>
                    <a:cubicBezTo>
                      <a:pt x="123" y="130"/>
                      <a:pt x="123" y="144"/>
                      <a:pt x="114" y="144"/>
                    </a:cubicBezTo>
                    <a:cubicBezTo>
                      <a:pt x="105" y="144"/>
                      <a:pt x="98" y="151"/>
                      <a:pt x="98" y="151"/>
                    </a:cubicBezTo>
                    <a:cubicBezTo>
                      <a:pt x="82" y="170"/>
                      <a:pt x="82" y="170"/>
                      <a:pt x="82" y="170"/>
                    </a:cubicBezTo>
                    <a:cubicBezTo>
                      <a:pt x="82" y="170"/>
                      <a:pt x="75" y="138"/>
                      <a:pt x="71" y="135"/>
                    </a:cubicBezTo>
                    <a:cubicBezTo>
                      <a:pt x="66" y="133"/>
                      <a:pt x="43" y="130"/>
                      <a:pt x="41" y="134"/>
                    </a:cubicBezTo>
                    <a:cubicBezTo>
                      <a:pt x="38" y="138"/>
                      <a:pt x="26" y="154"/>
                      <a:pt x="26" y="158"/>
                    </a:cubicBezTo>
                    <a:cubicBezTo>
                      <a:pt x="26" y="163"/>
                      <a:pt x="0" y="178"/>
                      <a:pt x="0" y="178"/>
                    </a:cubicBezTo>
                    <a:cubicBezTo>
                      <a:pt x="0" y="178"/>
                      <a:pt x="2" y="161"/>
                      <a:pt x="9" y="156"/>
                    </a:cubicBezTo>
                    <a:cubicBezTo>
                      <a:pt x="16" y="150"/>
                      <a:pt x="32" y="115"/>
                      <a:pt x="32" y="115"/>
                    </a:cubicBezTo>
                    <a:cubicBezTo>
                      <a:pt x="32" y="115"/>
                      <a:pt x="48" y="94"/>
                      <a:pt x="46" y="89"/>
                    </a:cubicBezTo>
                    <a:cubicBezTo>
                      <a:pt x="45" y="85"/>
                      <a:pt x="35" y="71"/>
                      <a:pt x="31" y="69"/>
                    </a:cubicBezTo>
                    <a:cubicBezTo>
                      <a:pt x="26" y="68"/>
                      <a:pt x="15" y="61"/>
                      <a:pt x="13" y="56"/>
                    </a:cubicBezTo>
                    <a:cubicBezTo>
                      <a:pt x="12" y="52"/>
                      <a:pt x="13" y="28"/>
                      <a:pt x="20" y="28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30" name="Freeform 60">
                <a:extLst>
                  <a:ext uri="{FF2B5EF4-FFF2-40B4-BE49-F238E27FC236}">
                    <a16:creationId xmlns:a16="http://schemas.microsoft.com/office/drawing/2014/main" id="{25E87C8C-653A-A44D-9F91-EBA3E3DBA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0" y="4323"/>
                <a:ext cx="488" cy="262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52" y="10"/>
                  </a:cxn>
                  <a:cxn ang="0">
                    <a:pos x="63" y="39"/>
                  </a:cxn>
                  <a:cxn ang="0">
                    <a:pos x="89" y="61"/>
                  </a:cxn>
                  <a:cxn ang="0">
                    <a:pos x="111" y="42"/>
                  </a:cxn>
                  <a:cxn ang="0">
                    <a:pos x="130" y="26"/>
                  </a:cxn>
                  <a:cxn ang="0">
                    <a:pos x="154" y="26"/>
                  </a:cxn>
                  <a:cxn ang="0">
                    <a:pos x="184" y="41"/>
                  </a:cxn>
                  <a:cxn ang="0">
                    <a:pos x="246" y="55"/>
                  </a:cxn>
                  <a:cxn ang="0">
                    <a:pos x="295" y="79"/>
                  </a:cxn>
                  <a:cxn ang="0">
                    <a:pos x="299" y="102"/>
                  </a:cxn>
                  <a:cxn ang="0">
                    <a:pos x="334" y="108"/>
                  </a:cxn>
                  <a:cxn ang="0">
                    <a:pos x="347" y="124"/>
                  </a:cxn>
                  <a:cxn ang="0">
                    <a:pos x="347" y="160"/>
                  </a:cxn>
                  <a:cxn ang="0">
                    <a:pos x="389" y="196"/>
                  </a:cxn>
                  <a:cxn ang="0">
                    <a:pos x="418" y="209"/>
                  </a:cxn>
                  <a:cxn ang="0">
                    <a:pos x="419" y="229"/>
                  </a:cxn>
                  <a:cxn ang="0">
                    <a:pos x="392" y="223"/>
                  </a:cxn>
                  <a:cxn ang="0">
                    <a:pos x="366" y="226"/>
                  </a:cxn>
                  <a:cxn ang="0">
                    <a:pos x="344" y="214"/>
                  </a:cxn>
                  <a:cxn ang="0">
                    <a:pos x="318" y="178"/>
                  </a:cxn>
                  <a:cxn ang="0">
                    <a:pos x="294" y="160"/>
                  </a:cxn>
                  <a:cxn ang="0">
                    <a:pos x="266" y="164"/>
                  </a:cxn>
                  <a:cxn ang="0">
                    <a:pos x="249" y="190"/>
                  </a:cxn>
                  <a:cxn ang="0">
                    <a:pos x="213" y="190"/>
                  </a:cxn>
                  <a:cxn ang="0">
                    <a:pos x="194" y="173"/>
                  </a:cxn>
                  <a:cxn ang="0">
                    <a:pos x="164" y="171"/>
                  </a:cxn>
                  <a:cxn ang="0">
                    <a:pos x="150" y="158"/>
                  </a:cxn>
                  <a:cxn ang="0">
                    <a:pos x="156" y="111"/>
                  </a:cxn>
                  <a:cxn ang="0">
                    <a:pos x="131" y="85"/>
                  </a:cxn>
                  <a:cxn ang="0">
                    <a:pos x="96" y="85"/>
                  </a:cxn>
                  <a:cxn ang="0">
                    <a:pos x="66" y="78"/>
                  </a:cxn>
                  <a:cxn ang="0">
                    <a:pos x="48" y="62"/>
                  </a:cxn>
                  <a:cxn ang="0">
                    <a:pos x="32" y="65"/>
                  </a:cxn>
                  <a:cxn ang="0">
                    <a:pos x="20" y="45"/>
                  </a:cxn>
                  <a:cxn ang="0">
                    <a:pos x="30" y="36"/>
                  </a:cxn>
                  <a:cxn ang="0">
                    <a:pos x="17" y="23"/>
                  </a:cxn>
                  <a:cxn ang="0">
                    <a:pos x="0" y="13"/>
                  </a:cxn>
                  <a:cxn ang="0">
                    <a:pos x="22" y="0"/>
                  </a:cxn>
                </a:cxnLst>
                <a:rect l="0" t="0" r="r" b="b"/>
                <a:pathLst>
                  <a:path w="425" h="229">
                    <a:moveTo>
                      <a:pt x="22" y="0"/>
                    </a:moveTo>
                    <a:cubicBezTo>
                      <a:pt x="52" y="10"/>
                      <a:pt x="52" y="10"/>
                      <a:pt x="52" y="10"/>
                    </a:cubicBezTo>
                    <a:cubicBezTo>
                      <a:pt x="63" y="39"/>
                      <a:pt x="63" y="39"/>
                      <a:pt x="63" y="39"/>
                    </a:cubicBezTo>
                    <a:cubicBezTo>
                      <a:pt x="63" y="39"/>
                      <a:pt x="85" y="65"/>
                      <a:pt x="89" y="61"/>
                    </a:cubicBezTo>
                    <a:cubicBezTo>
                      <a:pt x="94" y="56"/>
                      <a:pt x="102" y="45"/>
                      <a:pt x="111" y="42"/>
                    </a:cubicBezTo>
                    <a:cubicBezTo>
                      <a:pt x="120" y="39"/>
                      <a:pt x="125" y="28"/>
                      <a:pt x="130" y="26"/>
                    </a:cubicBezTo>
                    <a:cubicBezTo>
                      <a:pt x="134" y="25"/>
                      <a:pt x="147" y="22"/>
                      <a:pt x="154" y="26"/>
                    </a:cubicBezTo>
                    <a:cubicBezTo>
                      <a:pt x="161" y="31"/>
                      <a:pt x="173" y="39"/>
                      <a:pt x="184" y="41"/>
                    </a:cubicBezTo>
                    <a:cubicBezTo>
                      <a:pt x="196" y="42"/>
                      <a:pt x="239" y="54"/>
                      <a:pt x="246" y="55"/>
                    </a:cubicBezTo>
                    <a:cubicBezTo>
                      <a:pt x="253" y="56"/>
                      <a:pt x="295" y="79"/>
                      <a:pt x="295" y="79"/>
                    </a:cubicBezTo>
                    <a:cubicBezTo>
                      <a:pt x="295" y="79"/>
                      <a:pt x="297" y="98"/>
                      <a:pt x="299" y="102"/>
                    </a:cubicBezTo>
                    <a:cubicBezTo>
                      <a:pt x="302" y="107"/>
                      <a:pt x="325" y="110"/>
                      <a:pt x="334" y="108"/>
                    </a:cubicBezTo>
                    <a:cubicBezTo>
                      <a:pt x="343" y="107"/>
                      <a:pt x="347" y="118"/>
                      <a:pt x="347" y="124"/>
                    </a:cubicBezTo>
                    <a:cubicBezTo>
                      <a:pt x="347" y="130"/>
                      <a:pt x="334" y="153"/>
                      <a:pt x="347" y="160"/>
                    </a:cubicBezTo>
                    <a:cubicBezTo>
                      <a:pt x="360" y="167"/>
                      <a:pt x="382" y="193"/>
                      <a:pt x="389" y="196"/>
                    </a:cubicBezTo>
                    <a:cubicBezTo>
                      <a:pt x="396" y="199"/>
                      <a:pt x="410" y="204"/>
                      <a:pt x="418" y="209"/>
                    </a:cubicBezTo>
                    <a:cubicBezTo>
                      <a:pt x="425" y="213"/>
                      <a:pt x="419" y="229"/>
                      <a:pt x="419" y="229"/>
                    </a:cubicBezTo>
                    <a:cubicBezTo>
                      <a:pt x="392" y="223"/>
                      <a:pt x="392" y="223"/>
                      <a:pt x="392" y="223"/>
                    </a:cubicBezTo>
                    <a:cubicBezTo>
                      <a:pt x="366" y="226"/>
                      <a:pt x="366" y="226"/>
                      <a:pt x="366" y="226"/>
                    </a:cubicBezTo>
                    <a:cubicBezTo>
                      <a:pt x="344" y="214"/>
                      <a:pt x="344" y="214"/>
                      <a:pt x="344" y="214"/>
                    </a:cubicBezTo>
                    <a:cubicBezTo>
                      <a:pt x="318" y="178"/>
                      <a:pt x="318" y="178"/>
                      <a:pt x="318" y="178"/>
                    </a:cubicBezTo>
                    <a:cubicBezTo>
                      <a:pt x="294" y="160"/>
                      <a:pt x="294" y="160"/>
                      <a:pt x="294" y="160"/>
                    </a:cubicBezTo>
                    <a:cubicBezTo>
                      <a:pt x="266" y="164"/>
                      <a:pt x="266" y="164"/>
                      <a:pt x="266" y="164"/>
                    </a:cubicBezTo>
                    <a:cubicBezTo>
                      <a:pt x="249" y="190"/>
                      <a:pt x="249" y="190"/>
                      <a:pt x="249" y="190"/>
                    </a:cubicBezTo>
                    <a:cubicBezTo>
                      <a:pt x="249" y="190"/>
                      <a:pt x="220" y="191"/>
                      <a:pt x="213" y="190"/>
                    </a:cubicBezTo>
                    <a:cubicBezTo>
                      <a:pt x="206" y="189"/>
                      <a:pt x="194" y="173"/>
                      <a:pt x="194" y="173"/>
                    </a:cubicBezTo>
                    <a:cubicBezTo>
                      <a:pt x="164" y="171"/>
                      <a:pt x="164" y="171"/>
                      <a:pt x="164" y="171"/>
                    </a:cubicBezTo>
                    <a:cubicBezTo>
                      <a:pt x="164" y="171"/>
                      <a:pt x="145" y="161"/>
                      <a:pt x="150" y="158"/>
                    </a:cubicBezTo>
                    <a:cubicBezTo>
                      <a:pt x="154" y="155"/>
                      <a:pt x="156" y="111"/>
                      <a:pt x="156" y="111"/>
                    </a:cubicBezTo>
                    <a:cubicBezTo>
                      <a:pt x="156" y="111"/>
                      <a:pt x="135" y="85"/>
                      <a:pt x="131" y="85"/>
                    </a:cubicBezTo>
                    <a:cubicBezTo>
                      <a:pt x="96" y="85"/>
                      <a:pt x="96" y="85"/>
                      <a:pt x="96" y="85"/>
                    </a:cubicBezTo>
                    <a:cubicBezTo>
                      <a:pt x="85" y="85"/>
                      <a:pt x="71" y="84"/>
                      <a:pt x="66" y="78"/>
                    </a:cubicBezTo>
                    <a:cubicBezTo>
                      <a:pt x="62" y="72"/>
                      <a:pt x="48" y="62"/>
                      <a:pt x="48" y="62"/>
                    </a:cubicBezTo>
                    <a:cubicBezTo>
                      <a:pt x="48" y="62"/>
                      <a:pt x="35" y="69"/>
                      <a:pt x="32" y="65"/>
                    </a:cubicBezTo>
                    <a:cubicBezTo>
                      <a:pt x="29" y="61"/>
                      <a:pt x="20" y="45"/>
                      <a:pt x="20" y="45"/>
                    </a:cubicBezTo>
                    <a:cubicBezTo>
                      <a:pt x="20" y="45"/>
                      <a:pt x="29" y="41"/>
                      <a:pt x="30" y="36"/>
                    </a:cubicBezTo>
                    <a:cubicBezTo>
                      <a:pt x="32" y="32"/>
                      <a:pt x="24" y="23"/>
                      <a:pt x="17" y="23"/>
                    </a:cubicBezTo>
                    <a:cubicBezTo>
                      <a:pt x="10" y="23"/>
                      <a:pt x="0" y="13"/>
                      <a:pt x="0" y="13"/>
                    </a:cubicBezTo>
                    <a:lnTo>
                      <a:pt x="22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31" name="Freeform 61">
                <a:extLst>
                  <a:ext uri="{FF2B5EF4-FFF2-40B4-BE49-F238E27FC236}">
                    <a16:creationId xmlns:a16="http://schemas.microsoft.com/office/drawing/2014/main" id="{76A09FA4-C48E-DF41-B3C1-6E82B559C0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93" y="4630"/>
                <a:ext cx="167" cy="375"/>
              </a:xfrm>
              <a:custGeom>
                <a:avLst/>
                <a:gdLst/>
                <a:ahLst/>
                <a:cxnLst>
                  <a:cxn ang="0">
                    <a:pos x="28" y="103"/>
                  </a:cxn>
                  <a:cxn ang="0">
                    <a:pos x="60" y="84"/>
                  </a:cxn>
                  <a:cxn ang="0">
                    <a:pos x="93" y="43"/>
                  </a:cxn>
                  <a:cxn ang="0">
                    <a:pos x="121" y="2"/>
                  </a:cxn>
                  <a:cxn ang="0">
                    <a:pos x="132" y="25"/>
                  </a:cxn>
                  <a:cxn ang="0">
                    <a:pos x="132" y="47"/>
                  </a:cxn>
                  <a:cxn ang="0">
                    <a:pos x="145" y="64"/>
                  </a:cxn>
                  <a:cxn ang="0">
                    <a:pos x="136" y="103"/>
                  </a:cxn>
                  <a:cxn ang="0">
                    <a:pos x="110" y="133"/>
                  </a:cxn>
                  <a:cxn ang="0">
                    <a:pos x="110" y="165"/>
                  </a:cxn>
                  <a:cxn ang="0">
                    <a:pos x="101" y="217"/>
                  </a:cxn>
                  <a:cxn ang="0">
                    <a:pos x="84" y="286"/>
                  </a:cxn>
                  <a:cxn ang="0">
                    <a:pos x="62" y="323"/>
                  </a:cxn>
                  <a:cxn ang="0">
                    <a:pos x="28" y="314"/>
                  </a:cxn>
                  <a:cxn ang="0">
                    <a:pos x="17" y="280"/>
                  </a:cxn>
                  <a:cxn ang="0">
                    <a:pos x="0" y="247"/>
                  </a:cxn>
                  <a:cxn ang="0">
                    <a:pos x="6" y="217"/>
                  </a:cxn>
                  <a:cxn ang="0">
                    <a:pos x="17" y="178"/>
                  </a:cxn>
                  <a:cxn ang="0">
                    <a:pos x="28" y="103"/>
                  </a:cxn>
                </a:cxnLst>
                <a:rect l="0" t="0" r="r" b="b"/>
                <a:pathLst>
                  <a:path w="145" h="327">
                    <a:moveTo>
                      <a:pt x="28" y="103"/>
                    </a:moveTo>
                    <a:cubicBezTo>
                      <a:pt x="34" y="105"/>
                      <a:pt x="60" y="84"/>
                      <a:pt x="60" y="84"/>
                    </a:cubicBezTo>
                    <a:cubicBezTo>
                      <a:pt x="60" y="84"/>
                      <a:pt x="86" y="51"/>
                      <a:pt x="93" y="43"/>
                    </a:cubicBezTo>
                    <a:cubicBezTo>
                      <a:pt x="99" y="34"/>
                      <a:pt x="110" y="0"/>
                      <a:pt x="121" y="2"/>
                    </a:cubicBezTo>
                    <a:cubicBezTo>
                      <a:pt x="132" y="4"/>
                      <a:pt x="134" y="19"/>
                      <a:pt x="132" y="25"/>
                    </a:cubicBezTo>
                    <a:cubicBezTo>
                      <a:pt x="129" y="32"/>
                      <a:pt x="121" y="45"/>
                      <a:pt x="132" y="47"/>
                    </a:cubicBezTo>
                    <a:cubicBezTo>
                      <a:pt x="142" y="49"/>
                      <a:pt x="145" y="56"/>
                      <a:pt x="145" y="64"/>
                    </a:cubicBezTo>
                    <a:cubicBezTo>
                      <a:pt x="145" y="73"/>
                      <a:pt x="142" y="94"/>
                      <a:pt x="136" y="103"/>
                    </a:cubicBezTo>
                    <a:cubicBezTo>
                      <a:pt x="129" y="112"/>
                      <a:pt x="110" y="133"/>
                      <a:pt x="110" y="133"/>
                    </a:cubicBezTo>
                    <a:cubicBezTo>
                      <a:pt x="110" y="133"/>
                      <a:pt x="108" y="157"/>
                      <a:pt x="110" y="165"/>
                    </a:cubicBezTo>
                    <a:cubicBezTo>
                      <a:pt x="112" y="174"/>
                      <a:pt x="106" y="206"/>
                      <a:pt x="101" y="217"/>
                    </a:cubicBezTo>
                    <a:cubicBezTo>
                      <a:pt x="97" y="228"/>
                      <a:pt x="88" y="273"/>
                      <a:pt x="84" y="286"/>
                    </a:cubicBezTo>
                    <a:cubicBezTo>
                      <a:pt x="80" y="299"/>
                      <a:pt x="69" y="318"/>
                      <a:pt x="62" y="323"/>
                    </a:cubicBezTo>
                    <a:cubicBezTo>
                      <a:pt x="56" y="327"/>
                      <a:pt x="34" y="318"/>
                      <a:pt x="28" y="314"/>
                    </a:cubicBezTo>
                    <a:cubicBezTo>
                      <a:pt x="21" y="310"/>
                      <a:pt x="19" y="288"/>
                      <a:pt x="17" y="280"/>
                    </a:cubicBezTo>
                    <a:cubicBezTo>
                      <a:pt x="15" y="271"/>
                      <a:pt x="0" y="247"/>
                      <a:pt x="0" y="247"/>
                    </a:cubicBezTo>
                    <a:cubicBezTo>
                      <a:pt x="6" y="217"/>
                      <a:pt x="6" y="217"/>
                      <a:pt x="6" y="217"/>
                    </a:cubicBezTo>
                    <a:cubicBezTo>
                      <a:pt x="6" y="217"/>
                      <a:pt x="17" y="185"/>
                      <a:pt x="17" y="178"/>
                    </a:cubicBezTo>
                    <a:cubicBezTo>
                      <a:pt x="17" y="172"/>
                      <a:pt x="28" y="103"/>
                      <a:pt x="28" y="103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32" name="Freeform 62">
                <a:extLst>
                  <a:ext uri="{FF2B5EF4-FFF2-40B4-BE49-F238E27FC236}">
                    <a16:creationId xmlns:a16="http://schemas.microsoft.com/office/drawing/2014/main" id="{9750E93D-B992-D244-BAF6-F03B6F2028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21" y="5477"/>
                <a:ext cx="110" cy="109"/>
              </a:xfrm>
              <a:custGeom>
                <a:avLst/>
                <a:gdLst/>
                <a:ahLst/>
                <a:cxnLst>
                  <a:cxn ang="0">
                    <a:pos x="18" y="3"/>
                  </a:cxn>
                  <a:cxn ang="0">
                    <a:pos x="57" y="13"/>
                  </a:cxn>
                  <a:cxn ang="0">
                    <a:pos x="80" y="5"/>
                  </a:cxn>
                  <a:cxn ang="0">
                    <a:pos x="95" y="22"/>
                  </a:cxn>
                  <a:cxn ang="0">
                    <a:pos x="87" y="52"/>
                  </a:cxn>
                  <a:cxn ang="0">
                    <a:pos x="67" y="93"/>
                  </a:cxn>
                  <a:cxn ang="0">
                    <a:pos x="35" y="84"/>
                  </a:cxn>
                  <a:cxn ang="0">
                    <a:pos x="20" y="35"/>
                  </a:cxn>
                  <a:cxn ang="0">
                    <a:pos x="18" y="3"/>
                  </a:cxn>
                </a:cxnLst>
                <a:rect l="0" t="0" r="r" b="b"/>
                <a:pathLst>
                  <a:path w="95" h="95">
                    <a:moveTo>
                      <a:pt x="18" y="3"/>
                    </a:moveTo>
                    <a:cubicBezTo>
                      <a:pt x="18" y="3"/>
                      <a:pt x="46" y="18"/>
                      <a:pt x="57" y="13"/>
                    </a:cubicBezTo>
                    <a:cubicBezTo>
                      <a:pt x="67" y="9"/>
                      <a:pt x="72" y="0"/>
                      <a:pt x="80" y="5"/>
                    </a:cubicBezTo>
                    <a:cubicBezTo>
                      <a:pt x="89" y="9"/>
                      <a:pt x="95" y="22"/>
                      <a:pt x="95" y="22"/>
                    </a:cubicBezTo>
                    <a:cubicBezTo>
                      <a:pt x="95" y="22"/>
                      <a:pt x="91" y="46"/>
                      <a:pt x="87" y="52"/>
                    </a:cubicBezTo>
                    <a:cubicBezTo>
                      <a:pt x="82" y="58"/>
                      <a:pt x="67" y="93"/>
                      <a:pt x="67" y="93"/>
                    </a:cubicBezTo>
                    <a:cubicBezTo>
                      <a:pt x="67" y="93"/>
                      <a:pt x="33" y="95"/>
                      <a:pt x="35" y="84"/>
                    </a:cubicBezTo>
                    <a:cubicBezTo>
                      <a:pt x="37" y="74"/>
                      <a:pt x="20" y="35"/>
                      <a:pt x="20" y="35"/>
                    </a:cubicBezTo>
                    <a:cubicBezTo>
                      <a:pt x="20" y="35"/>
                      <a:pt x="0" y="3"/>
                      <a:pt x="18" y="3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33" name="Freeform 63">
                <a:extLst>
                  <a:ext uri="{FF2B5EF4-FFF2-40B4-BE49-F238E27FC236}">
                    <a16:creationId xmlns:a16="http://schemas.microsoft.com/office/drawing/2014/main" id="{3531F765-E703-314F-80D3-02C21BF39C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86" y="5460"/>
                <a:ext cx="193" cy="230"/>
              </a:xfrm>
              <a:custGeom>
                <a:avLst/>
                <a:gdLst/>
                <a:ahLst/>
                <a:cxnLst>
                  <a:cxn ang="0">
                    <a:pos x="10" y="147"/>
                  </a:cxn>
                  <a:cxn ang="0">
                    <a:pos x="71" y="104"/>
                  </a:cxn>
                  <a:cxn ang="0">
                    <a:pos x="99" y="71"/>
                  </a:cxn>
                  <a:cxn ang="0">
                    <a:pos x="116" y="37"/>
                  </a:cxn>
                  <a:cxn ang="0">
                    <a:pos x="138" y="9"/>
                  </a:cxn>
                  <a:cxn ang="0">
                    <a:pos x="149" y="33"/>
                  </a:cxn>
                  <a:cxn ang="0">
                    <a:pos x="166" y="37"/>
                  </a:cxn>
                  <a:cxn ang="0">
                    <a:pos x="151" y="69"/>
                  </a:cxn>
                  <a:cxn ang="0">
                    <a:pos x="142" y="102"/>
                  </a:cxn>
                  <a:cxn ang="0">
                    <a:pos x="146" y="123"/>
                  </a:cxn>
                  <a:cxn ang="0">
                    <a:pos x="114" y="117"/>
                  </a:cxn>
                  <a:cxn ang="0">
                    <a:pos x="103" y="142"/>
                  </a:cxn>
                  <a:cxn ang="0">
                    <a:pos x="84" y="173"/>
                  </a:cxn>
                  <a:cxn ang="0">
                    <a:pos x="58" y="201"/>
                  </a:cxn>
                  <a:cxn ang="0">
                    <a:pos x="26" y="186"/>
                  </a:cxn>
                  <a:cxn ang="0">
                    <a:pos x="0" y="175"/>
                  </a:cxn>
                  <a:cxn ang="0">
                    <a:pos x="10" y="147"/>
                  </a:cxn>
                </a:cxnLst>
                <a:rect l="0" t="0" r="r" b="b"/>
                <a:pathLst>
                  <a:path w="168" h="201">
                    <a:moveTo>
                      <a:pt x="10" y="147"/>
                    </a:moveTo>
                    <a:cubicBezTo>
                      <a:pt x="10" y="147"/>
                      <a:pt x="62" y="108"/>
                      <a:pt x="71" y="104"/>
                    </a:cubicBezTo>
                    <a:cubicBezTo>
                      <a:pt x="80" y="99"/>
                      <a:pt x="93" y="80"/>
                      <a:pt x="99" y="71"/>
                    </a:cubicBezTo>
                    <a:cubicBezTo>
                      <a:pt x="105" y="63"/>
                      <a:pt x="116" y="45"/>
                      <a:pt x="116" y="37"/>
                    </a:cubicBezTo>
                    <a:cubicBezTo>
                      <a:pt x="116" y="28"/>
                      <a:pt x="136" y="0"/>
                      <a:pt x="138" y="9"/>
                    </a:cubicBezTo>
                    <a:cubicBezTo>
                      <a:pt x="140" y="18"/>
                      <a:pt x="140" y="33"/>
                      <a:pt x="149" y="33"/>
                    </a:cubicBezTo>
                    <a:cubicBezTo>
                      <a:pt x="157" y="33"/>
                      <a:pt x="164" y="28"/>
                      <a:pt x="166" y="37"/>
                    </a:cubicBezTo>
                    <a:cubicBezTo>
                      <a:pt x="168" y="45"/>
                      <a:pt x="155" y="58"/>
                      <a:pt x="151" y="69"/>
                    </a:cubicBezTo>
                    <a:cubicBezTo>
                      <a:pt x="146" y="80"/>
                      <a:pt x="142" y="102"/>
                      <a:pt x="142" y="102"/>
                    </a:cubicBezTo>
                    <a:cubicBezTo>
                      <a:pt x="142" y="102"/>
                      <a:pt x="153" y="123"/>
                      <a:pt x="146" y="123"/>
                    </a:cubicBezTo>
                    <a:cubicBezTo>
                      <a:pt x="140" y="123"/>
                      <a:pt x="114" y="117"/>
                      <a:pt x="114" y="117"/>
                    </a:cubicBezTo>
                    <a:cubicBezTo>
                      <a:pt x="114" y="117"/>
                      <a:pt x="105" y="132"/>
                      <a:pt x="103" y="142"/>
                    </a:cubicBezTo>
                    <a:cubicBezTo>
                      <a:pt x="101" y="153"/>
                      <a:pt x="88" y="162"/>
                      <a:pt x="84" y="173"/>
                    </a:cubicBezTo>
                    <a:cubicBezTo>
                      <a:pt x="80" y="183"/>
                      <a:pt x="64" y="201"/>
                      <a:pt x="58" y="201"/>
                    </a:cubicBezTo>
                    <a:cubicBezTo>
                      <a:pt x="51" y="201"/>
                      <a:pt x="34" y="188"/>
                      <a:pt x="26" y="186"/>
                    </a:cubicBezTo>
                    <a:cubicBezTo>
                      <a:pt x="17" y="183"/>
                      <a:pt x="0" y="175"/>
                      <a:pt x="0" y="175"/>
                    </a:cubicBezTo>
                    <a:lnTo>
                      <a:pt x="10" y="14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34" name="Freeform 64">
                <a:extLst>
                  <a:ext uri="{FF2B5EF4-FFF2-40B4-BE49-F238E27FC236}">
                    <a16:creationId xmlns:a16="http://schemas.microsoft.com/office/drawing/2014/main" id="{23E6BE4F-C4F6-624C-A89B-FBF8CFD85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51" y="5262"/>
                <a:ext cx="130" cy="238"/>
              </a:xfrm>
              <a:custGeom>
                <a:avLst/>
                <a:gdLst/>
                <a:ahLst/>
                <a:cxnLst>
                  <a:cxn ang="0">
                    <a:pos x="0" y="28"/>
                  </a:cxn>
                  <a:cxn ang="0">
                    <a:pos x="28" y="69"/>
                  </a:cxn>
                  <a:cxn ang="0">
                    <a:pos x="35" y="110"/>
                  </a:cxn>
                  <a:cxn ang="0">
                    <a:pos x="9" y="138"/>
                  </a:cxn>
                  <a:cxn ang="0">
                    <a:pos x="28" y="155"/>
                  </a:cxn>
                  <a:cxn ang="0">
                    <a:pos x="37" y="157"/>
                  </a:cxn>
                  <a:cxn ang="0">
                    <a:pos x="50" y="190"/>
                  </a:cxn>
                  <a:cxn ang="0">
                    <a:pos x="39" y="207"/>
                  </a:cxn>
                  <a:cxn ang="0">
                    <a:pos x="69" y="179"/>
                  </a:cxn>
                  <a:cxn ang="0">
                    <a:pos x="87" y="146"/>
                  </a:cxn>
                  <a:cxn ang="0">
                    <a:pos x="93" y="136"/>
                  </a:cxn>
                  <a:cxn ang="0">
                    <a:pos x="113" y="90"/>
                  </a:cxn>
                  <a:cxn ang="0">
                    <a:pos x="97" y="88"/>
                  </a:cxn>
                  <a:cxn ang="0">
                    <a:pos x="76" y="99"/>
                  </a:cxn>
                  <a:cxn ang="0">
                    <a:pos x="65" y="69"/>
                  </a:cxn>
                  <a:cxn ang="0">
                    <a:pos x="43" y="62"/>
                  </a:cxn>
                  <a:cxn ang="0">
                    <a:pos x="0" y="28"/>
                  </a:cxn>
                </a:cxnLst>
                <a:rect l="0" t="0" r="r" b="b"/>
                <a:pathLst>
                  <a:path w="113" h="207">
                    <a:moveTo>
                      <a:pt x="0" y="28"/>
                    </a:moveTo>
                    <a:cubicBezTo>
                      <a:pt x="0" y="35"/>
                      <a:pt x="26" y="58"/>
                      <a:pt x="28" y="69"/>
                    </a:cubicBezTo>
                    <a:cubicBezTo>
                      <a:pt x="31" y="80"/>
                      <a:pt x="43" y="95"/>
                      <a:pt x="35" y="110"/>
                    </a:cubicBezTo>
                    <a:cubicBezTo>
                      <a:pt x="26" y="125"/>
                      <a:pt x="11" y="131"/>
                      <a:pt x="9" y="138"/>
                    </a:cubicBezTo>
                    <a:cubicBezTo>
                      <a:pt x="7" y="144"/>
                      <a:pt x="20" y="153"/>
                      <a:pt x="28" y="155"/>
                    </a:cubicBezTo>
                    <a:cubicBezTo>
                      <a:pt x="37" y="157"/>
                      <a:pt x="24" y="146"/>
                      <a:pt x="37" y="157"/>
                    </a:cubicBezTo>
                    <a:cubicBezTo>
                      <a:pt x="50" y="168"/>
                      <a:pt x="59" y="185"/>
                      <a:pt x="50" y="190"/>
                    </a:cubicBezTo>
                    <a:cubicBezTo>
                      <a:pt x="41" y="194"/>
                      <a:pt x="28" y="207"/>
                      <a:pt x="39" y="207"/>
                    </a:cubicBezTo>
                    <a:cubicBezTo>
                      <a:pt x="50" y="207"/>
                      <a:pt x="67" y="185"/>
                      <a:pt x="69" y="179"/>
                    </a:cubicBezTo>
                    <a:cubicBezTo>
                      <a:pt x="72" y="172"/>
                      <a:pt x="87" y="146"/>
                      <a:pt x="87" y="146"/>
                    </a:cubicBezTo>
                    <a:cubicBezTo>
                      <a:pt x="87" y="146"/>
                      <a:pt x="82" y="142"/>
                      <a:pt x="93" y="136"/>
                    </a:cubicBezTo>
                    <a:cubicBezTo>
                      <a:pt x="104" y="129"/>
                      <a:pt x="113" y="90"/>
                      <a:pt x="113" y="90"/>
                    </a:cubicBezTo>
                    <a:cubicBezTo>
                      <a:pt x="113" y="90"/>
                      <a:pt x="104" y="84"/>
                      <a:pt x="97" y="88"/>
                    </a:cubicBezTo>
                    <a:cubicBezTo>
                      <a:pt x="91" y="93"/>
                      <a:pt x="76" y="110"/>
                      <a:pt x="76" y="99"/>
                    </a:cubicBezTo>
                    <a:cubicBezTo>
                      <a:pt x="76" y="88"/>
                      <a:pt x="65" y="69"/>
                      <a:pt x="65" y="69"/>
                    </a:cubicBezTo>
                    <a:cubicBezTo>
                      <a:pt x="65" y="69"/>
                      <a:pt x="48" y="71"/>
                      <a:pt x="43" y="62"/>
                    </a:cubicBezTo>
                    <a:cubicBezTo>
                      <a:pt x="39" y="54"/>
                      <a:pt x="2" y="0"/>
                      <a:pt x="0" y="28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35" name="Freeform 65">
                <a:extLst>
                  <a:ext uri="{FF2B5EF4-FFF2-40B4-BE49-F238E27FC236}">
                    <a16:creationId xmlns:a16="http://schemas.microsoft.com/office/drawing/2014/main" id="{CE7ECE63-FC4E-0E4D-AA35-4BD45D6FA1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50" y="4576"/>
                <a:ext cx="1007" cy="831"/>
              </a:xfrm>
              <a:custGeom>
                <a:avLst/>
                <a:gdLst/>
                <a:ahLst/>
                <a:cxnLst>
                  <a:cxn ang="0">
                    <a:pos x="47" y="273"/>
                  </a:cxn>
                  <a:cxn ang="0">
                    <a:pos x="4" y="350"/>
                  </a:cxn>
                  <a:cxn ang="0">
                    <a:pos x="13" y="415"/>
                  </a:cxn>
                  <a:cxn ang="0">
                    <a:pos x="47" y="516"/>
                  </a:cxn>
                  <a:cxn ang="0">
                    <a:pos x="47" y="602"/>
                  </a:cxn>
                  <a:cxn ang="0">
                    <a:pos x="160" y="576"/>
                  </a:cxn>
                  <a:cxn ang="0">
                    <a:pos x="237" y="581"/>
                  </a:cxn>
                  <a:cxn ang="0">
                    <a:pos x="281" y="538"/>
                  </a:cxn>
                  <a:cxn ang="0">
                    <a:pos x="328" y="516"/>
                  </a:cxn>
                  <a:cxn ang="0">
                    <a:pos x="413" y="524"/>
                  </a:cxn>
                  <a:cxn ang="0">
                    <a:pos x="441" y="542"/>
                  </a:cxn>
                  <a:cxn ang="0">
                    <a:pos x="474" y="589"/>
                  </a:cxn>
                  <a:cxn ang="0">
                    <a:pos x="506" y="588"/>
                  </a:cxn>
                  <a:cxn ang="0">
                    <a:pos x="539" y="555"/>
                  </a:cxn>
                  <a:cxn ang="0">
                    <a:pos x="558" y="601"/>
                  </a:cxn>
                  <a:cxn ang="0">
                    <a:pos x="586" y="699"/>
                  </a:cxn>
                  <a:cxn ang="0">
                    <a:pos x="657" y="724"/>
                  </a:cxn>
                  <a:cxn ang="0">
                    <a:pos x="704" y="719"/>
                  </a:cxn>
                  <a:cxn ang="0">
                    <a:pos x="747" y="701"/>
                  </a:cxn>
                  <a:cxn ang="0">
                    <a:pos x="797" y="639"/>
                  </a:cxn>
                  <a:cxn ang="0">
                    <a:pos x="831" y="562"/>
                  </a:cxn>
                  <a:cxn ang="0">
                    <a:pos x="867" y="521"/>
                  </a:cxn>
                  <a:cxn ang="0">
                    <a:pos x="872" y="405"/>
                  </a:cxn>
                  <a:cxn ang="0">
                    <a:pos x="853" y="351"/>
                  </a:cxn>
                  <a:cxn ang="0">
                    <a:pos x="821" y="309"/>
                  </a:cxn>
                  <a:cxn ang="0">
                    <a:pos x="789" y="290"/>
                  </a:cxn>
                  <a:cxn ang="0">
                    <a:pos x="769" y="249"/>
                  </a:cxn>
                  <a:cxn ang="0">
                    <a:pos x="726" y="206"/>
                  </a:cxn>
                  <a:cxn ang="0">
                    <a:pos x="703" y="144"/>
                  </a:cxn>
                  <a:cxn ang="0">
                    <a:pos x="671" y="92"/>
                  </a:cxn>
                  <a:cxn ang="0">
                    <a:pos x="636" y="3"/>
                  </a:cxn>
                  <a:cxn ang="0">
                    <a:pos x="617" y="77"/>
                  </a:cxn>
                  <a:cxn ang="0">
                    <a:pos x="611" y="144"/>
                  </a:cxn>
                  <a:cxn ang="0">
                    <a:pos x="569" y="163"/>
                  </a:cxn>
                  <a:cxn ang="0">
                    <a:pos x="558" y="151"/>
                  </a:cxn>
                  <a:cxn ang="0">
                    <a:pos x="505" y="122"/>
                  </a:cxn>
                  <a:cxn ang="0">
                    <a:pos x="489" y="84"/>
                  </a:cxn>
                  <a:cxn ang="0">
                    <a:pos x="504" y="56"/>
                  </a:cxn>
                  <a:cxn ang="0">
                    <a:pos x="498" y="24"/>
                  </a:cxn>
                  <a:cxn ang="0">
                    <a:pos x="444" y="30"/>
                  </a:cxn>
                  <a:cxn ang="0">
                    <a:pos x="420" y="40"/>
                  </a:cxn>
                  <a:cxn ang="0">
                    <a:pos x="381" y="53"/>
                  </a:cxn>
                  <a:cxn ang="0">
                    <a:pos x="359" y="103"/>
                  </a:cxn>
                  <a:cxn ang="0">
                    <a:pos x="312" y="89"/>
                  </a:cxn>
                  <a:cxn ang="0">
                    <a:pos x="275" y="94"/>
                  </a:cxn>
                  <a:cxn ang="0">
                    <a:pos x="248" y="121"/>
                  </a:cxn>
                  <a:cxn ang="0">
                    <a:pos x="232" y="157"/>
                  </a:cxn>
                  <a:cxn ang="0">
                    <a:pos x="199" y="149"/>
                  </a:cxn>
                  <a:cxn ang="0">
                    <a:pos x="175" y="204"/>
                  </a:cxn>
                  <a:cxn ang="0">
                    <a:pos x="129" y="233"/>
                  </a:cxn>
                </a:cxnLst>
                <a:rect l="0" t="0" r="r" b="b"/>
                <a:pathLst>
                  <a:path w="876" h="724">
                    <a:moveTo>
                      <a:pt x="82" y="247"/>
                    </a:moveTo>
                    <a:cubicBezTo>
                      <a:pt x="75" y="248"/>
                      <a:pt x="54" y="247"/>
                      <a:pt x="56" y="255"/>
                    </a:cubicBezTo>
                    <a:cubicBezTo>
                      <a:pt x="58" y="264"/>
                      <a:pt x="54" y="272"/>
                      <a:pt x="47" y="273"/>
                    </a:cubicBezTo>
                    <a:cubicBezTo>
                      <a:pt x="30" y="275"/>
                      <a:pt x="17" y="271"/>
                      <a:pt x="17" y="271"/>
                    </a:cubicBezTo>
                    <a:cubicBezTo>
                      <a:pt x="13" y="301"/>
                      <a:pt x="13" y="301"/>
                      <a:pt x="13" y="301"/>
                    </a:cubicBezTo>
                    <a:cubicBezTo>
                      <a:pt x="4" y="350"/>
                      <a:pt x="4" y="350"/>
                      <a:pt x="4" y="350"/>
                    </a:cubicBezTo>
                    <a:cubicBezTo>
                      <a:pt x="21" y="383"/>
                      <a:pt x="21" y="383"/>
                      <a:pt x="21" y="383"/>
                    </a:cubicBezTo>
                    <a:cubicBezTo>
                      <a:pt x="0" y="387"/>
                      <a:pt x="0" y="387"/>
                      <a:pt x="0" y="387"/>
                    </a:cubicBezTo>
                    <a:cubicBezTo>
                      <a:pt x="0" y="387"/>
                      <a:pt x="0" y="406"/>
                      <a:pt x="13" y="415"/>
                    </a:cubicBezTo>
                    <a:cubicBezTo>
                      <a:pt x="26" y="423"/>
                      <a:pt x="30" y="449"/>
                      <a:pt x="34" y="458"/>
                    </a:cubicBezTo>
                    <a:cubicBezTo>
                      <a:pt x="39" y="467"/>
                      <a:pt x="24" y="484"/>
                      <a:pt x="32" y="492"/>
                    </a:cubicBezTo>
                    <a:cubicBezTo>
                      <a:pt x="41" y="501"/>
                      <a:pt x="45" y="507"/>
                      <a:pt x="47" y="516"/>
                    </a:cubicBezTo>
                    <a:cubicBezTo>
                      <a:pt x="49" y="525"/>
                      <a:pt x="49" y="540"/>
                      <a:pt x="52" y="546"/>
                    </a:cubicBezTo>
                    <a:cubicBezTo>
                      <a:pt x="54" y="553"/>
                      <a:pt x="34" y="572"/>
                      <a:pt x="34" y="572"/>
                    </a:cubicBezTo>
                    <a:cubicBezTo>
                      <a:pt x="47" y="602"/>
                      <a:pt x="47" y="602"/>
                      <a:pt x="47" y="602"/>
                    </a:cubicBezTo>
                    <a:cubicBezTo>
                      <a:pt x="47" y="602"/>
                      <a:pt x="60" y="617"/>
                      <a:pt x="78" y="617"/>
                    </a:cubicBezTo>
                    <a:cubicBezTo>
                      <a:pt x="95" y="617"/>
                      <a:pt x="110" y="607"/>
                      <a:pt x="116" y="602"/>
                    </a:cubicBezTo>
                    <a:cubicBezTo>
                      <a:pt x="123" y="598"/>
                      <a:pt x="151" y="576"/>
                      <a:pt x="160" y="576"/>
                    </a:cubicBezTo>
                    <a:cubicBezTo>
                      <a:pt x="168" y="576"/>
                      <a:pt x="199" y="581"/>
                      <a:pt x="199" y="581"/>
                    </a:cubicBezTo>
                    <a:cubicBezTo>
                      <a:pt x="218" y="589"/>
                      <a:pt x="218" y="589"/>
                      <a:pt x="218" y="589"/>
                    </a:cubicBezTo>
                    <a:cubicBezTo>
                      <a:pt x="237" y="581"/>
                      <a:pt x="237" y="581"/>
                      <a:pt x="237" y="581"/>
                    </a:cubicBezTo>
                    <a:cubicBezTo>
                      <a:pt x="233" y="564"/>
                      <a:pt x="233" y="564"/>
                      <a:pt x="233" y="564"/>
                    </a:cubicBezTo>
                    <a:cubicBezTo>
                      <a:pt x="255" y="546"/>
                      <a:pt x="255" y="546"/>
                      <a:pt x="255" y="546"/>
                    </a:cubicBezTo>
                    <a:cubicBezTo>
                      <a:pt x="281" y="538"/>
                      <a:pt x="281" y="538"/>
                      <a:pt x="281" y="538"/>
                    </a:cubicBezTo>
                    <a:cubicBezTo>
                      <a:pt x="306" y="538"/>
                      <a:pt x="306" y="538"/>
                      <a:pt x="306" y="538"/>
                    </a:cubicBezTo>
                    <a:cubicBezTo>
                      <a:pt x="328" y="538"/>
                      <a:pt x="328" y="538"/>
                      <a:pt x="328" y="538"/>
                    </a:cubicBezTo>
                    <a:cubicBezTo>
                      <a:pt x="328" y="516"/>
                      <a:pt x="328" y="516"/>
                      <a:pt x="328" y="516"/>
                    </a:cubicBezTo>
                    <a:cubicBezTo>
                      <a:pt x="356" y="518"/>
                      <a:pt x="356" y="518"/>
                      <a:pt x="356" y="518"/>
                    </a:cubicBezTo>
                    <a:cubicBezTo>
                      <a:pt x="386" y="514"/>
                      <a:pt x="386" y="514"/>
                      <a:pt x="386" y="514"/>
                    </a:cubicBezTo>
                    <a:cubicBezTo>
                      <a:pt x="401" y="520"/>
                      <a:pt x="413" y="524"/>
                      <a:pt x="413" y="524"/>
                    </a:cubicBezTo>
                    <a:cubicBezTo>
                      <a:pt x="413" y="524"/>
                      <a:pt x="398" y="535"/>
                      <a:pt x="405" y="537"/>
                    </a:cubicBezTo>
                    <a:cubicBezTo>
                      <a:pt x="411" y="538"/>
                      <a:pt x="426" y="537"/>
                      <a:pt x="426" y="537"/>
                    </a:cubicBezTo>
                    <a:cubicBezTo>
                      <a:pt x="441" y="542"/>
                      <a:pt x="441" y="542"/>
                      <a:pt x="441" y="542"/>
                    </a:cubicBezTo>
                    <a:cubicBezTo>
                      <a:pt x="441" y="542"/>
                      <a:pt x="451" y="546"/>
                      <a:pt x="457" y="551"/>
                    </a:cubicBezTo>
                    <a:cubicBezTo>
                      <a:pt x="462" y="555"/>
                      <a:pt x="470" y="562"/>
                      <a:pt x="470" y="568"/>
                    </a:cubicBezTo>
                    <a:cubicBezTo>
                      <a:pt x="470" y="573"/>
                      <a:pt x="470" y="583"/>
                      <a:pt x="474" y="589"/>
                    </a:cubicBezTo>
                    <a:cubicBezTo>
                      <a:pt x="478" y="596"/>
                      <a:pt x="484" y="608"/>
                      <a:pt x="484" y="608"/>
                    </a:cubicBezTo>
                    <a:cubicBezTo>
                      <a:pt x="496" y="610"/>
                      <a:pt x="496" y="610"/>
                      <a:pt x="496" y="610"/>
                    </a:cubicBezTo>
                    <a:cubicBezTo>
                      <a:pt x="506" y="588"/>
                      <a:pt x="506" y="588"/>
                      <a:pt x="506" y="588"/>
                    </a:cubicBezTo>
                    <a:cubicBezTo>
                      <a:pt x="517" y="574"/>
                      <a:pt x="517" y="574"/>
                      <a:pt x="517" y="574"/>
                    </a:cubicBezTo>
                    <a:cubicBezTo>
                      <a:pt x="531" y="561"/>
                      <a:pt x="531" y="561"/>
                      <a:pt x="531" y="561"/>
                    </a:cubicBezTo>
                    <a:cubicBezTo>
                      <a:pt x="531" y="561"/>
                      <a:pt x="534" y="554"/>
                      <a:pt x="539" y="555"/>
                    </a:cubicBezTo>
                    <a:cubicBezTo>
                      <a:pt x="543" y="556"/>
                      <a:pt x="546" y="568"/>
                      <a:pt x="544" y="571"/>
                    </a:cubicBezTo>
                    <a:cubicBezTo>
                      <a:pt x="542" y="574"/>
                      <a:pt x="534" y="593"/>
                      <a:pt x="541" y="594"/>
                    </a:cubicBezTo>
                    <a:cubicBezTo>
                      <a:pt x="547" y="595"/>
                      <a:pt x="555" y="599"/>
                      <a:pt x="558" y="601"/>
                    </a:cubicBezTo>
                    <a:cubicBezTo>
                      <a:pt x="561" y="603"/>
                      <a:pt x="571" y="617"/>
                      <a:pt x="571" y="617"/>
                    </a:cubicBezTo>
                    <a:cubicBezTo>
                      <a:pt x="571" y="617"/>
                      <a:pt x="583" y="649"/>
                      <a:pt x="583" y="652"/>
                    </a:cubicBezTo>
                    <a:cubicBezTo>
                      <a:pt x="583" y="655"/>
                      <a:pt x="581" y="696"/>
                      <a:pt x="586" y="699"/>
                    </a:cubicBezTo>
                    <a:cubicBezTo>
                      <a:pt x="592" y="702"/>
                      <a:pt x="625" y="709"/>
                      <a:pt x="625" y="709"/>
                    </a:cubicBezTo>
                    <a:cubicBezTo>
                      <a:pt x="643" y="714"/>
                      <a:pt x="643" y="714"/>
                      <a:pt x="643" y="714"/>
                    </a:cubicBezTo>
                    <a:cubicBezTo>
                      <a:pt x="643" y="714"/>
                      <a:pt x="654" y="724"/>
                      <a:pt x="657" y="724"/>
                    </a:cubicBezTo>
                    <a:cubicBezTo>
                      <a:pt x="661" y="724"/>
                      <a:pt x="669" y="708"/>
                      <a:pt x="669" y="708"/>
                    </a:cubicBezTo>
                    <a:cubicBezTo>
                      <a:pt x="696" y="707"/>
                      <a:pt x="696" y="707"/>
                      <a:pt x="696" y="707"/>
                    </a:cubicBezTo>
                    <a:cubicBezTo>
                      <a:pt x="696" y="707"/>
                      <a:pt x="704" y="715"/>
                      <a:pt x="704" y="719"/>
                    </a:cubicBezTo>
                    <a:cubicBezTo>
                      <a:pt x="704" y="722"/>
                      <a:pt x="720" y="724"/>
                      <a:pt x="720" y="724"/>
                    </a:cubicBezTo>
                    <a:cubicBezTo>
                      <a:pt x="733" y="718"/>
                      <a:pt x="733" y="718"/>
                      <a:pt x="733" y="718"/>
                    </a:cubicBezTo>
                    <a:cubicBezTo>
                      <a:pt x="747" y="701"/>
                      <a:pt x="747" y="701"/>
                      <a:pt x="747" y="701"/>
                    </a:cubicBezTo>
                    <a:cubicBezTo>
                      <a:pt x="747" y="701"/>
                      <a:pt x="751" y="693"/>
                      <a:pt x="757" y="692"/>
                    </a:cubicBezTo>
                    <a:cubicBezTo>
                      <a:pt x="762" y="691"/>
                      <a:pt x="792" y="686"/>
                      <a:pt x="792" y="686"/>
                    </a:cubicBezTo>
                    <a:cubicBezTo>
                      <a:pt x="797" y="639"/>
                      <a:pt x="797" y="639"/>
                      <a:pt x="797" y="639"/>
                    </a:cubicBezTo>
                    <a:cubicBezTo>
                      <a:pt x="797" y="639"/>
                      <a:pt x="811" y="612"/>
                      <a:pt x="815" y="607"/>
                    </a:cubicBezTo>
                    <a:cubicBezTo>
                      <a:pt x="819" y="601"/>
                      <a:pt x="823" y="588"/>
                      <a:pt x="825" y="584"/>
                    </a:cubicBezTo>
                    <a:cubicBezTo>
                      <a:pt x="827" y="580"/>
                      <a:pt x="831" y="562"/>
                      <a:pt x="831" y="562"/>
                    </a:cubicBezTo>
                    <a:cubicBezTo>
                      <a:pt x="842" y="548"/>
                      <a:pt x="842" y="548"/>
                      <a:pt x="842" y="548"/>
                    </a:cubicBezTo>
                    <a:cubicBezTo>
                      <a:pt x="852" y="535"/>
                      <a:pt x="852" y="535"/>
                      <a:pt x="852" y="535"/>
                    </a:cubicBezTo>
                    <a:cubicBezTo>
                      <a:pt x="867" y="521"/>
                      <a:pt x="867" y="521"/>
                      <a:pt x="867" y="521"/>
                    </a:cubicBezTo>
                    <a:cubicBezTo>
                      <a:pt x="863" y="486"/>
                      <a:pt x="863" y="486"/>
                      <a:pt x="863" y="486"/>
                    </a:cubicBezTo>
                    <a:cubicBezTo>
                      <a:pt x="876" y="474"/>
                      <a:pt x="876" y="474"/>
                      <a:pt x="876" y="474"/>
                    </a:cubicBezTo>
                    <a:cubicBezTo>
                      <a:pt x="872" y="405"/>
                      <a:pt x="872" y="405"/>
                      <a:pt x="872" y="405"/>
                    </a:cubicBezTo>
                    <a:cubicBezTo>
                      <a:pt x="866" y="388"/>
                      <a:pt x="866" y="388"/>
                      <a:pt x="866" y="388"/>
                    </a:cubicBezTo>
                    <a:cubicBezTo>
                      <a:pt x="861" y="363"/>
                      <a:pt x="861" y="363"/>
                      <a:pt x="861" y="363"/>
                    </a:cubicBezTo>
                    <a:cubicBezTo>
                      <a:pt x="861" y="363"/>
                      <a:pt x="852" y="355"/>
                      <a:pt x="853" y="351"/>
                    </a:cubicBezTo>
                    <a:cubicBezTo>
                      <a:pt x="854" y="348"/>
                      <a:pt x="852" y="344"/>
                      <a:pt x="850" y="338"/>
                    </a:cubicBezTo>
                    <a:cubicBezTo>
                      <a:pt x="847" y="333"/>
                      <a:pt x="840" y="324"/>
                      <a:pt x="836" y="321"/>
                    </a:cubicBezTo>
                    <a:cubicBezTo>
                      <a:pt x="831" y="318"/>
                      <a:pt x="824" y="314"/>
                      <a:pt x="821" y="309"/>
                    </a:cubicBezTo>
                    <a:cubicBezTo>
                      <a:pt x="819" y="305"/>
                      <a:pt x="814" y="285"/>
                      <a:pt x="811" y="283"/>
                    </a:cubicBezTo>
                    <a:cubicBezTo>
                      <a:pt x="807" y="282"/>
                      <a:pt x="795" y="283"/>
                      <a:pt x="795" y="283"/>
                    </a:cubicBezTo>
                    <a:cubicBezTo>
                      <a:pt x="789" y="290"/>
                      <a:pt x="789" y="290"/>
                      <a:pt x="789" y="290"/>
                    </a:cubicBezTo>
                    <a:cubicBezTo>
                      <a:pt x="784" y="282"/>
                      <a:pt x="784" y="282"/>
                      <a:pt x="784" y="282"/>
                    </a:cubicBezTo>
                    <a:cubicBezTo>
                      <a:pt x="779" y="265"/>
                      <a:pt x="779" y="265"/>
                      <a:pt x="779" y="265"/>
                    </a:cubicBezTo>
                    <a:cubicBezTo>
                      <a:pt x="779" y="265"/>
                      <a:pt x="770" y="252"/>
                      <a:pt x="769" y="249"/>
                    </a:cubicBezTo>
                    <a:cubicBezTo>
                      <a:pt x="767" y="246"/>
                      <a:pt x="770" y="236"/>
                      <a:pt x="769" y="233"/>
                    </a:cubicBezTo>
                    <a:cubicBezTo>
                      <a:pt x="767" y="230"/>
                      <a:pt x="746" y="212"/>
                      <a:pt x="743" y="211"/>
                    </a:cubicBezTo>
                    <a:cubicBezTo>
                      <a:pt x="739" y="210"/>
                      <a:pt x="726" y="206"/>
                      <a:pt x="726" y="206"/>
                    </a:cubicBezTo>
                    <a:cubicBezTo>
                      <a:pt x="716" y="195"/>
                      <a:pt x="716" y="195"/>
                      <a:pt x="716" y="195"/>
                    </a:cubicBezTo>
                    <a:cubicBezTo>
                      <a:pt x="716" y="195"/>
                      <a:pt x="712" y="157"/>
                      <a:pt x="709" y="157"/>
                    </a:cubicBezTo>
                    <a:cubicBezTo>
                      <a:pt x="706" y="157"/>
                      <a:pt x="703" y="144"/>
                      <a:pt x="703" y="144"/>
                    </a:cubicBezTo>
                    <a:cubicBezTo>
                      <a:pt x="701" y="110"/>
                      <a:pt x="701" y="110"/>
                      <a:pt x="701" y="110"/>
                    </a:cubicBezTo>
                    <a:cubicBezTo>
                      <a:pt x="701" y="110"/>
                      <a:pt x="690" y="96"/>
                      <a:pt x="687" y="94"/>
                    </a:cubicBezTo>
                    <a:cubicBezTo>
                      <a:pt x="683" y="92"/>
                      <a:pt x="671" y="92"/>
                      <a:pt x="671" y="92"/>
                    </a:cubicBezTo>
                    <a:cubicBezTo>
                      <a:pt x="662" y="70"/>
                      <a:pt x="662" y="70"/>
                      <a:pt x="662" y="70"/>
                    </a:cubicBezTo>
                    <a:cubicBezTo>
                      <a:pt x="662" y="70"/>
                      <a:pt x="649" y="37"/>
                      <a:pt x="649" y="34"/>
                    </a:cubicBezTo>
                    <a:cubicBezTo>
                      <a:pt x="649" y="30"/>
                      <a:pt x="640" y="0"/>
                      <a:pt x="636" y="3"/>
                    </a:cubicBezTo>
                    <a:cubicBezTo>
                      <a:pt x="631" y="7"/>
                      <a:pt x="623" y="21"/>
                      <a:pt x="625" y="25"/>
                    </a:cubicBezTo>
                    <a:cubicBezTo>
                      <a:pt x="627" y="29"/>
                      <a:pt x="626" y="48"/>
                      <a:pt x="627" y="52"/>
                    </a:cubicBezTo>
                    <a:cubicBezTo>
                      <a:pt x="628" y="56"/>
                      <a:pt x="621" y="79"/>
                      <a:pt x="617" y="77"/>
                    </a:cubicBezTo>
                    <a:cubicBezTo>
                      <a:pt x="614" y="75"/>
                      <a:pt x="616" y="86"/>
                      <a:pt x="617" y="93"/>
                    </a:cubicBezTo>
                    <a:cubicBezTo>
                      <a:pt x="618" y="99"/>
                      <a:pt x="617" y="123"/>
                      <a:pt x="617" y="128"/>
                    </a:cubicBezTo>
                    <a:cubicBezTo>
                      <a:pt x="617" y="134"/>
                      <a:pt x="611" y="141"/>
                      <a:pt x="611" y="144"/>
                    </a:cubicBezTo>
                    <a:cubicBezTo>
                      <a:pt x="611" y="148"/>
                      <a:pt x="607" y="160"/>
                      <a:pt x="607" y="163"/>
                    </a:cubicBezTo>
                    <a:cubicBezTo>
                      <a:pt x="607" y="166"/>
                      <a:pt x="596" y="170"/>
                      <a:pt x="589" y="169"/>
                    </a:cubicBezTo>
                    <a:cubicBezTo>
                      <a:pt x="583" y="168"/>
                      <a:pt x="568" y="167"/>
                      <a:pt x="569" y="163"/>
                    </a:cubicBezTo>
                    <a:cubicBezTo>
                      <a:pt x="570" y="159"/>
                      <a:pt x="575" y="148"/>
                      <a:pt x="572" y="146"/>
                    </a:cubicBezTo>
                    <a:cubicBezTo>
                      <a:pt x="569" y="143"/>
                      <a:pt x="561" y="146"/>
                      <a:pt x="561" y="146"/>
                    </a:cubicBezTo>
                    <a:cubicBezTo>
                      <a:pt x="561" y="146"/>
                      <a:pt x="564" y="151"/>
                      <a:pt x="558" y="151"/>
                    </a:cubicBezTo>
                    <a:cubicBezTo>
                      <a:pt x="552" y="151"/>
                      <a:pt x="547" y="149"/>
                      <a:pt x="541" y="147"/>
                    </a:cubicBezTo>
                    <a:cubicBezTo>
                      <a:pt x="534" y="144"/>
                      <a:pt x="519" y="134"/>
                      <a:pt x="519" y="134"/>
                    </a:cubicBezTo>
                    <a:cubicBezTo>
                      <a:pt x="519" y="134"/>
                      <a:pt x="509" y="123"/>
                      <a:pt x="505" y="122"/>
                    </a:cubicBezTo>
                    <a:cubicBezTo>
                      <a:pt x="501" y="121"/>
                      <a:pt x="494" y="115"/>
                      <a:pt x="490" y="110"/>
                    </a:cubicBezTo>
                    <a:cubicBezTo>
                      <a:pt x="486" y="105"/>
                      <a:pt x="481" y="92"/>
                      <a:pt x="481" y="92"/>
                    </a:cubicBezTo>
                    <a:cubicBezTo>
                      <a:pt x="489" y="84"/>
                      <a:pt x="489" y="84"/>
                      <a:pt x="489" y="84"/>
                    </a:cubicBezTo>
                    <a:cubicBezTo>
                      <a:pt x="489" y="84"/>
                      <a:pt x="487" y="80"/>
                      <a:pt x="488" y="77"/>
                    </a:cubicBezTo>
                    <a:cubicBezTo>
                      <a:pt x="489" y="73"/>
                      <a:pt x="498" y="65"/>
                      <a:pt x="498" y="65"/>
                    </a:cubicBezTo>
                    <a:cubicBezTo>
                      <a:pt x="498" y="65"/>
                      <a:pt x="501" y="58"/>
                      <a:pt x="504" y="56"/>
                    </a:cubicBezTo>
                    <a:cubicBezTo>
                      <a:pt x="507" y="54"/>
                      <a:pt x="513" y="49"/>
                      <a:pt x="507" y="46"/>
                    </a:cubicBezTo>
                    <a:cubicBezTo>
                      <a:pt x="502" y="44"/>
                      <a:pt x="495" y="39"/>
                      <a:pt x="495" y="39"/>
                    </a:cubicBezTo>
                    <a:cubicBezTo>
                      <a:pt x="495" y="39"/>
                      <a:pt x="501" y="26"/>
                      <a:pt x="498" y="24"/>
                    </a:cubicBezTo>
                    <a:cubicBezTo>
                      <a:pt x="494" y="22"/>
                      <a:pt x="484" y="34"/>
                      <a:pt x="481" y="37"/>
                    </a:cubicBezTo>
                    <a:cubicBezTo>
                      <a:pt x="479" y="40"/>
                      <a:pt x="475" y="44"/>
                      <a:pt x="468" y="41"/>
                    </a:cubicBezTo>
                    <a:cubicBezTo>
                      <a:pt x="462" y="38"/>
                      <a:pt x="453" y="33"/>
                      <a:pt x="444" y="30"/>
                    </a:cubicBezTo>
                    <a:cubicBezTo>
                      <a:pt x="434" y="28"/>
                      <a:pt x="428" y="23"/>
                      <a:pt x="422" y="24"/>
                    </a:cubicBezTo>
                    <a:cubicBezTo>
                      <a:pt x="415" y="25"/>
                      <a:pt x="407" y="24"/>
                      <a:pt x="407" y="28"/>
                    </a:cubicBezTo>
                    <a:cubicBezTo>
                      <a:pt x="407" y="33"/>
                      <a:pt x="420" y="40"/>
                      <a:pt x="420" y="40"/>
                    </a:cubicBezTo>
                    <a:cubicBezTo>
                      <a:pt x="420" y="40"/>
                      <a:pt x="420" y="52"/>
                      <a:pt x="413" y="52"/>
                    </a:cubicBezTo>
                    <a:cubicBezTo>
                      <a:pt x="407" y="52"/>
                      <a:pt x="401" y="53"/>
                      <a:pt x="396" y="52"/>
                    </a:cubicBezTo>
                    <a:cubicBezTo>
                      <a:pt x="391" y="51"/>
                      <a:pt x="387" y="50"/>
                      <a:pt x="381" y="53"/>
                    </a:cubicBezTo>
                    <a:cubicBezTo>
                      <a:pt x="374" y="56"/>
                      <a:pt x="371" y="62"/>
                      <a:pt x="368" y="66"/>
                    </a:cubicBezTo>
                    <a:cubicBezTo>
                      <a:pt x="365" y="70"/>
                      <a:pt x="357" y="84"/>
                      <a:pt x="357" y="84"/>
                    </a:cubicBezTo>
                    <a:cubicBezTo>
                      <a:pt x="357" y="84"/>
                      <a:pt x="357" y="99"/>
                      <a:pt x="359" y="103"/>
                    </a:cubicBezTo>
                    <a:cubicBezTo>
                      <a:pt x="361" y="106"/>
                      <a:pt x="356" y="115"/>
                      <a:pt x="356" y="115"/>
                    </a:cubicBezTo>
                    <a:cubicBezTo>
                      <a:pt x="356" y="115"/>
                      <a:pt x="326" y="113"/>
                      <a:pt x="325" y="109"/>
                    </a:cubicBezTo>
                    <a:cubicBezTo>
                      <a:pt x="324" y="105"/>
                      <a:pt x="312" y="89"/>
                      <a:pt x="312" y="89"/>
                    </a:cubicBezTo>
                    <a:cubicBezTo>
                      <a:pt x="312" y="89"/>
                      <a:pt x="299" y="83"/>
                      <a:pt x="295" y="83"/>
                    </a:cubicBezTo>
                    <a:cubicBezTo>
                      <a:pt x="290" y="83"/>
                      <a:pt x="275" y="86"/>
                      <a:pt x="275" y="86"/>
                    </a:cubicBezTo>
                    <a:cubicBezTo>
                      <a:pt x="275" y="94"/>
                      <a:pt x="275" y="94"/>
                      <a:pt x="275" y="94"/>
                    </a:cubicBezTo>
                    <a:cubicBezTo>
                      <a:pt x="265" y="99"/>
                      <a:pt x="265" y="99"/>
                      <a:pt x="265" y="99"/>
                    </a:cubicBezTo>
                    <a:cubicBezTo>
                      <a:pt x="256" y="105"/>
                      <a:pt x="249" y="106"/>
                      <a:pt x="250" y="109"/>
                    </a:cubicBezTo>
                    <a:cubicBezTo>
                      <a:pt x="251" y="112"/>
                      <a:pt x="248" y="121"/>
                      <a:pt x="248" y="121"/>
                    </a:cubicBezTo>
                    <a:cubicBezTo>
                      <a:pt x="248" y="132"/>
                      <a:pt x="248" y="132"/>
                      <a:pt x="248" y="132"/>
                    </a:cubicBezTo>
                    <a:cubicBezTo>
                      <a:pt x="248" y="135"/>
                      <a:pt x="245" y="140"/>
                      <a:pt x="242" y="141"/>
                    </a:cubicBezTo>
                    <a:cubicBezTo>
                      <a:pt x="235" y="144"/>
                      <a:pt x="232" y="157"/>
                      <a:pt x="232" y="157"/>
                    </a:cubicBezTo>
                    <a:cubicBezTo>
                      <a:pt x="232" y="157"/>
                      <a:pt x="222" y="160"/>
                      <a:pt x="219" y="156"/>
                    </a:cubicBezTo>
                    <a:cubicBezTo>
                      <a:pt x="216" y="153"/>
                      <a:pt x="216" y="144"/>
                      <a:pt x="211" y="144"/>
                    </a:cubicBezTo>
                    <a:cubicBezTo>
                      <a:pt x="207" y="144"/>
                      <a:pt x="199" y="149"/>
                      <a:pt x="199" y="149"/>
                    </a:cubicBezTo>
                    <a:cubicBezTo>
                      <a:pt x="199" y="149"/>
                      <a:pt x="197" y="161"/>
                      <a:pt x="197" y="166"/>
                    </a:cubicBezTo>
                    <a:cubicBezTo>
                      <a:pt x="197" y="171"/>
                      <a:pt x="193" y="198"/>
                      <a:pt x="190" y="199"/>
                    </a:cubicBezTo>
                    <a:cubicBezTo>
                      <a:pt x="187" y="201"/>
                      <a:pt x="179" y="202"/>
                      <a:pt x="175" y="204"/>
                    </a:cubicBezTo>
                    <a:cubicBezTo>
                      <a:pt x="170" y="206"/>
                      <a:pt x="163" y="208"/>
                      <a:pt x="163" y="216"/>
                    </a:cubicBezTo>
                    <a:cubicBezTo>
                      <a:pt x="163" y="223"/>
                      <a:pt x="161" y="227"/>
                      <a:pt x="157" y="230"/>
                    </a:cubicBezTo>
                    <a:cubicBezTo>
                      <a:pt x="154" y="232"/>
                      <a:pt x="137" y="230"/>
                      <a:pt x="129" y="233"/>
                    </a:cubicBezTo>
                    <a:cubicBezTo>
                      <a:pt x="122" y="236"/>
                      <a:pt x="86" y="246"/>
                      <a:pt x="82" y="247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 dirty="0"/>
              </a:p>
            </p:txBody>
          </p:sp>
          <p:sp>
            <p:nvSpPr>
              <p:cNvPr id="136" name="Freeform 66">
                <a:extLst>
                  <a:ext uri="{FF2B5EF4-FFF2-40B4-BE49-F238E27FC236}">
                    <a16:creationId xmlns:a16="http://schemas.microsoft.com/office/drawing/2014/main" id="{7DC4A868-E755-E245-AEBF-241B6EE245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7" y="2958"/>
                <a:ext cx="412" cy="413"/>
              </a:xfrm>
              <a:custGeom>
                <a:avLst/>
                <a:gdLst/>
                <a:ahLst/>
                <a:cxnLst>
                  <a:cxn ang="0">
                    <a:pos x="266" y="20"/>
                  </a:cxn>
                  <a:cxn ang="0">
                    <a:pos x="294" y="48"/>
                  </a:cxn>
                  <a:cxn ang="0">
                    <a:pos x="335" y="48"/>
                  </a:cxn>
                  <a:cxn ang="0">
                    <a:pos x="337" y="65"/>
                  </a:cxn>
                  <a:cxn ang="0">
                    <a:pos x="354" y="71"/>
                  </a:cxn>
                  <a:cxn ang="0">
                    <a:pos x="315" y="82"/>
                  </a:cxn>
                  <a:cxn ang="0">
                    <a:pos x="294" y="97"/>
                  </a:cxn>
                  <a:cxn ang="0">
                    <a:pos x="270" y="104"/>
                  </a:cxn>
                  <a:cxn ang="0">
                    <a:pos x="251" y="97"/>
                  </a:cxn>
                  <a:cxn ang="0">
                    <a:pos x="223" y="112"/>
                  </a:cxn>
                  <a:cxn ang="0">
                    <a:pos x="208" y="130"/>
                  </a:cxn>
                  <a:cxn ang="0">
                    <a:pos x="236" y="149"/>
                  </a:cxn>
                  <a:cxn ang="0">
                    <a:pos x="242" y="164"/>
                  </a:cxn>
                  <a:cxn ang="0">
                    <a:pos x="244" y="203"/>
                  </a:cxn>
                  <a:cxn ang="0">
                    <a:pos x="233" y="229"/>
                  </a:cxn>
                  <a:cxn ang="0">
                    <a:pos x="225" y="265"/>
                  </a:cxn>
                  <a:cxn ang="0">
                    <a:pos x="216" y="293"/>
                  </a:cxn>
                  <a:cxn ang="0">
                    <a:pos x="199" y="317"/>
                  </a:cxn>
                  <a:cxn ang="0">
                    <a:pos x="177" y="341"/>
                  </a:cxn>
                  <a:cxn ang="0">
                    <a:pos x="149" y="334"/>
                  </a:cxn>
                  <a:cxn ang="0">
                    <a:pos x="132" y="328"/>
                  </a:cxn>
                  <a:cxn ang="0">
                    <a:pos x="130" y="354"/>
                  </a:cxn>
                  <a:cxn ang="0">
                    <a:pos x="104" y="360"/>
                  </a:cxn>
                  <a:cxn ang="0">
                    <a:pos x="95" y="341"/>
                  </a:cxn>
                  <a:cxn ang="0">
                    <a:pos x="67" y="330"/>
                  </a:cxn>
                  <a:cxn ang="0">
                    <a:pos x="28" y="332"/>
                  </a:cxn>
                  <a:cxn ang="0">
                    <a:pos x="0" y="343"/>
                  </a:cxn>
                  <a:cxn ang="0">
                    <a:pos x="43" y="315"/>
                  </a:cxn>
                  <a:cxn ang="0">
                    <a:pos x="76" y="306"/>
                  </a:cxn>
                  <a:cxn ang="0">
                    <a:pos x="104" y="304"/>
                  </a:cxn>
                  <a:cxn ang="0">
                    <a:pos x="125" y="300"/>
                  </a:cxn>
                  <a:cxn ang="0">
                    <a:pos x="149" y="274"/>
                  </a:cxn>
                  <a:cxn ang="0">
                    <a:pos x="147" y="252"/>
                  </a:cxn>
                  <a:cxn ang="0">
                    <a:pos x="171" y="263"/>
                  </a:cxn>
                  <a:cxn ang="0">
                    <a:pos x="182" y="248"/>
                  </a:cxn>
                  <a:cxn ang="0">
                    <a:pos x="205" y="205"/>
                  </a:cxn>
                  <a:cxn ang="0">
                    <a:pos x="210" y="171"/>
                  </a:cxn>
                  <a:cxn ang="0">
                    <a:pos x="199" y="149"/>
                  </a:cxn>
                  <a:cxn ang="0">
                    <a:pos x="188" y="119"/>
                  </a:cxn>
                  <a:cxn ang="0">
                    <a:pos x="195" y="97"/>
                  </a:cxn>
                  <a:cxn ang="0">
                    <a:pos x="229" y="76"/>
                  </a:cxn>
                  <a:cxn ang="0">
                    <a:pos x="246" y="43"/>
                  </a:cxn>
                  <a:cxn ang="0">
                    <a:pos x="242" y="7"/>
                  </a:cxn>
                  <a:cxn ang="0">
                    <a:pos x="266" y="20"/>
                  </a:cxn>
                </a:cxnLst>
                <a:rect l="0" t="0" r="r" b="b"/>
                <a:pathLst>
                  <a:path w="359" h="360">
                    <a:moveTo>
                      <a:pt x="266" y="20"/>
                    </a:moveTo>
                    <a:cubicBezTo>
                      <a:pt x="266" y="20"/>
                      <a:pt x="283" y="43"/>
                      <a:pt x="294" y="48"/>
                    </a:cubicBezTo>
                    <a:cubicBezTo>
                      <a:pt x="305" y="52"/>
                      <a:pt x="326" y="48"/>
                      <a:pt x="335" y="48"/>
                    </a:cubicBezTo>
                    <a:cubicBezTo>
                      <a:pt x="344" y="48"/>
                      <a:pt x="337" y="65"/>
                      <a:pt x="337" y="65"/>
                    </a:cubicBezTo>
                    <a:cubicBezTo>
                      <a:pt x="337" y="65"/>
                      <a:pt x="359" y="65"/>
                      <a:pt x="354" y="71"/>
                    </a:cubicBezTo>
                    <a:cubicBezTo>
                      <a:pt x="350" y="78"/>
                      <a:pt x="324" y="78"/>
                      <a:pt x="315" y="82"/>
                    </a:cubicBezTo>
                    <a:cubicBezTo>
                      <a:pt x="307" y="87"/>
                      <a:pt x="300" y="93"/>
                      <a:pt x="294" y="97"/>
                    </a:cubicBezTo>
                    <a:cubicBezTo>
                      <a:pt x="287" y="102"/>
                      <a:pt x="279" y="108"/>
                      <a:pt x="270" y="104"/>
                    </a:cubicBezTo>
                    <a:cubicBezTo>
                      <a:pt x="261" y="99"/>
                      <a:pt x="251" y="97"/>
                      <a:pt x="251" y="97"/>
                    </a:cubicBezTo>
                    <a:cubicBezTo>
                      <a:pt x="251" y="97"/>
                      <a:pt x="221" y="106"/>
                      <a:pt x="223" y="112"/>
                    </a:cubicBezTo>
                    <a:cubicBezTo>
                      <a:pt x="225" y="119"/>
                      <a:pt x="208" y="130"/>
                      <a:pt x="208" y="130"/>
                    </a:cubicBezTo>
                    <a:cubicBezTo>
                      <a:pt x="236" y="149"/>
                      <a:pt x="236" y="149"/>
                      <a:pt x="236" y="149"/>
                    </a:cubicBezTo>
                    <a:cubicBezTo>
                      <a:pt x="242" y="164"/>
                      <a:pt x="242" y="164"/>
                      <a:pt x="242" y="164"/>
                    </a:cubicBezTo>
                    <a:cubicBezTo>
                      <a:pt x="242" y="164"/>
                      <a:pt x="246" y="194"/>
                      <a:pt x="244" y="203"/>
                    </a:cubicBezTo>
                    <a:cubicBezTo>
                      <a:pt x="242" y="211"/>
                      <a:pt x="238" y="222"/>
                      <a:pt x="233" y="229"/>
                    </a:cubicBezTo>
                    <a:cubicBezTo>
                      <a:pt x="229" y="235"/>
                      <a:pt x="227" y="255"/>
                      <a:pt x="225" y="265"/>
                    </a:cubicBezTo>
                    <a:cubicBezTo>
                      <a:pt x="223" y="276"/>
                      <a:pt x="216" y="293"/>
                      <a:pt x="216" y="293"/>
                    </a:cubicBezTo>
                    <a:cubicBezTo>
                      <a:pt x="216" y="293"/>
                      <a:pt x="201" y="306"/>
                      <a:pt x="199" y="317"/>
                    </a:cubicBezTo>
                    <a:cubicBezTo>
                      <a:pt x="197" y="328"/>
                      <a:pt x="188" y="345"/>
                      <a:pt x="177" y="341"/>
                    </a:cubicBezTo>
                    <a:cubicBezTo>
                      <a:pt x="167" y="336"/>
                      <a:pt x="149" y="334"/>
                      <a:pt x="149" y="334"/>
                    </a:cubicBezTo>
                    <a:cubicBezTo>
                      <a:pt x="149" y="334"/>
                      <a:pt x="130" y="321"/>
                      <a:pt x="132" y="328"/>
                    </a:cubicBezTo>
                    <a:cubicBezTo>
                      <a:pt x="134" y="334"/>
                      <a:pt x="134" y="347"/>
                      <a:pt x="130" y="354"/>
                    </a:cubicBezTo>
                    <a:cubicBezTo>
                      <a:pt x="125" y="360"/>
                      <a:pt x="104" y="360"/>
                      <a:pt x="104" y="360"/>
                    </a:cubicBezTo>
                    <a:cubicBezTo>
                      <a:pt x="104" y="360"/>
                      <a:pt x="102" y="343"/>
                      <a:pt x="95" y="341"/>
                    </a:cubicBezTo>
                    <a:cubicBezTo>
                      <a:pt x="89" y="339"/>
                      <a:pt x="78" y="328"/>
                      <a:pt x="67" y="330"/>
                    </a:cubicBezTo>
                    <a:cubicBezTo>
                      <a:pt x="56" y="332"/>
                      <a:pt x="28" y="332"/>
                      <a:pt x="28" y="332"/>
                    </a:cubicBezTo>
                    <a:cubicBezTo>
                      <a:pt x="0" y="343"/>
                      <a:pt x="0" y="343"/>
                      <a:pt x="0" y="343"/>
                    </a:cubicBezTo>
                    <a:cubicBezTo>
                      <a:pt x="0" y="343"/>
                      <a:pt x="35" y="315"/>
                      <a:pt x="43" y="315"/>
                    </a:cubicBezTo>
                    <a:cubicBezTo>
                      <a:pt x="52" y="315"/>
                      <a:pt x="71" y="306"/>
                      <a:pt x="76" y="306"/>
                    </a:cubicBezTo>
                    <a:cubicBezTo>
                      <a:pt x="80" y="306"/>
                      <a:pt x="97" y="302"/>
                      <a:pt x="104" y="304"/>
                    </a:cubicBezTo>
                    <a:cubicBezTo>
                      <a:pt x="110" y="306"/>
                      <a:pt x="125" y="300"/>
                      <a:pt x="125" y="300"/>
                    </a:cubicBezTo>
                    <a:cubicBezTo>
                      <a:pt x="125" y="300"/>
                      <a:pt x="147" y="280"/>
                      <a:pt x="149" y="274"/>
                    </a:cubicBezTo>
                    <a:cubicBezTo>
                      <a:pt x="151" y="267"/>
                      <a:pt x="147" y="252"/>
                      <a:pt x="147" y="252"/>
                    </a:cubicBezTo>
                    <a:cubicBezTo>
                      <a:pt x="171" y="263"/>
                      <a:pt x="171" y="263"/>
                      <a:pt x="171" y="263"/>
                    </a:cubicBezTo>
                    <a:cubicBezTo>
                      <a:pt x="171" y="263"/>
                      <a:pt x="177" y="255"/>
                      <a:pt x="182" y="248"/>
                    </a:cubicBezTo>
                    <a:cubicBezTo>
                      <a:pt x="186" y="242"/>
                      <a:pt x="197" y="214"/>
                      <a:pt x="205" y="205"/>
                    </a:cubicBezTo>
                    <a:cubicBezTo>
                      <a:pt x="214" y="196"/>
                      <a:pt x="212" y="179"/>
                      <a:pt x="210" y="171"/>
                    </a:cubicBezTo>
                    <a:cubicBezTo>
                      <a:pt x="208" y="162"/>
                      <a:pt x="201" y="158"/>
                      <a:pt x="199" y="149"/>
                    </a:cubicBezTo>
                    <a:cubicBezTo>
                      <a:pt x="197" y="140"/>
                      <a:pt x="188" y="130"/>
                      <a:pt x="188" y="119"/>
                    </a:cubicBezTo>
                    <a:cubicBezTo>
                      <a:pt x="188" y="108"/>
                      <a:pt x="186" y="99"/>
                      <a:pt x="195" y="97"/>
                    </a:cubicBezTo>
                    <a:cubicBezTo>
                      <a:pt x="203" y="95"/>
                      <a:pt x="229" y="76"/>
                      <a:pt x="229" y="76"/>
                    </a:cubicBezTo>
                    <a:cubicBezTo>
                      <a:pt x="246" y="43"/>
                      <a:pt x="246" y="43"/>
                      <a:pt x="246" y="43"/>
                    </a:cubicBezTo>
                    <a:cubicBezTo>
                      <a:pt x="246" y="43"/>
                      <a:pt x="231" y="0"/>
                      <a:pt x="242" y="7"/>
                    </a:cubicBezTo>
                    <a:cubicBezTo>
                      <a:pt x="253" y="13"/>
                      <a:pt x="266" y="20"/>
                      <a:pt x="266" y="2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37" name="Freeform 67">
                <a:extLst>
                  <a:ext uri="{FF2B5EF4-FFF2-40B4-BE49-F238E27FC236}">
                    <a16:creationId xmlns:a16="http://schemas.microsoft.com/office/drawing/2014/main" id="{24CD3248-BAF5-8946-BFA7-8E1A1C188F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7" y="3356"/>
                <a:ext cx="77" cy="26"/>
              </a:xfrm>
              <a:custGeom>
                <a:avLst/>
                <a:gdLst/>
                <a:ahLst/>
                <a:cxnLst>
                  <a:cxn ang="0">
                    <a:pos x="7" y="7"/>
                  </a:cxn>
                  <a:cxn ang="0">
                    <a:pos x="35" y="2"/>
                  </a:cxn>
                  <a:cxn ang="0">
                    <a:pos x="58" y="7"/>
                  </a:cxn>
                  <a:cxn ang="0">
                    <a:pos x="61" y="20"/>
                  </a:cxn>
                  <a:cxn ang="0">
                    <a:pos x="20" y="22"/>
                  </a:cxn>
                  <a:cxn ang="0">
                    <a:pos x="7" y="7"/>
                  </a:cxn>
                </a:cxnLst>
                <a:rect l="0" t="0" r="r" b="b"/>
                <a:pathLst>
                  <a:path w="67" h="22">
                    <a:moveTo>
                      <a:pt x="7" y="7"/>
                    </a:moveTo>
                    <a:cubicBezTo>
                      <a:pt x="11" y="2"/>
                      <a:pt x="28" y="0"/>
                      <a:pt x="35" y="2"/>
                    </a:cubicBezTo>
                    <a:cubicBezTo>
                      <a:pt x="41" y="4"/>
                      <a:pt x="52" y="7"/>
                      <a:pt x="58" y="7"/>
                    </a:cubicBezTo>
                    <a:cubicBezTo>
                      <a:pt x="65" y="7"/>
                      <a:pt x="67" y="17"/>
                      <a:pt x="61" y="20"/>
                    </a:cubicBezTo>
                    <a:cubicBezTo>
                      <a:pt x="54" y="22"/>
                      <a:pt x="20" y="22"/>
                      <a:pt x="20" y="22"/>
                    </a:cubicBezTo>
                    <a:cubicBezTo>
                      <a:pt x="20" y="22"/>
                      <a:pt x="0" y="13"/>
                      <a:pt x="7" y="7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38" name="Freeform 68">
                <a:extLst>
                  <a:ext uri="{FF2B5EF4-FFF2-40B4-BE49-F238E27FC236}">
                    <a16:creationId xmlns:a16="http://schemas.microsoft.com/office/drawing/2014/main" id="{22CE2807-0118-784F-B2BD-22FCD472A3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44" y="3383"/>
                <a:ext cx="71" cy="74"/>
              </a:xfrm>
              <a:custGeom>
                <a:avLst/>
                <a:gdLst/>
                <a:ahLst/>
                <a:cxnLst>
                  <a:cxn ang="0">
                    <a:pos x="13" y="5"/>
                  </a:cxn>
                  <a:cxn ang="0">
                    <a:pos x="46" y="7"/>
                  </a:cxn>
                  <a:cxn ang="0">
                    <a:pos x="61" y="22"/>
                  </a:cxn>
                  <a:cxn ang="0">
                    <a:pos x="41" y="50"/>
                  </a:cxn>
                  <a:cxn ang="0">
                    <a:pos x="17" y="55"/>
                  </a:cxn>
                  <a:cxn ang="0">
                    <a:pos x="13" y="5"/>
                  </a:cxn>
                </a:cxnLst>
                <a:rect l="0" t="0" r="r" b="b"/>
                <a:pathLst>
                  <a:path w="61" h="65">
                    <a:moveTo>
                      <a:pt x="13" y="5"/>
                    </a:moveTo>
                    <a:cubicBezTo>
                      <a:pt x="20" y="0"/>
                      <a:pt x="46" y="7"/>
                      <a:pt x="46" y="7"/>
                    </a:cubicBezTo>
                    <a:cubicBezTo>
                      <a:pt x="61" y="22"/>
                      <a:pt x="61" y="22"/>
                      <a:pt x="61" y="22"/>
                    </a:cubicBezTo>
                    <a:cubicBezTo>
                      <a:pt x="61" y="22"/>
                      <a:pt x="41" y="44"/>
                      <a:pt x="41" y="50"/>
                    </a:cubicBezTo>
                    <a:cubicBezTo>
                      <a:pt x="41" y="57"/>
                      <a:pt x="26" y="65"/>
                      <a:pt x="17" y="55"/>
                    </a:cubicBezTo>
                    <a:cubicBezTo>
                      <a:pt x="9" y="44"/>
                      <a:pt x="0" y="14"/>
                      <a:pt x="13" y="5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39" name="Freeform 69">
                <a:extLst>
                  <a:ext uri="{FF2B5EF4-FFF2-40B4-BE49-F238E27FC236}">
                    <a16:creationId xmlns:a16="http://schemas.microsoft.com/office/drawing/2014/main" id="{3CADDB36-F5CD-8945-A939-1B147D5B96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4" y="3613"/>
                <a:ext cx="60" cy="120"/>
              </a:xfrm>
              <a:custGeom>
                <a:avLst/>
                <a:gdLst/>
                <a:ahLst/>
                <a:cxnLst>
                  <a:cxn ang="0">
                    <a:pos x="32" y="0"/>
                  </a:cxn>
                  <a:cxn ang="0">
                    <a:pos x="52" y="13"/>
                  </a:cxn>
                  <a:cxn ang="0">
                    <a:pos x="39" y="50"/>
                  </a:cxn>
                  <a:cxn ang="0">
                    <a:pos x="36" y="93"/>
                  </a:cxn>
                  <a:cxn ang="0">
                    <a:pos x="15" y="80"/>
                  </a:cxn>
                  <a:cxn ang="0">
                    <a:pos x="4" y="41"/>
                  </a:cxn>
                  <a:cxn ang="0">
                    <a:pos x="32" y="0"/>
                  </a:cxn>
                </a:cxnLst>
                <a:rect l="0" t="0" r="r" b="b"/>
                <a:pathLst>
                  <a:path w="52" h="104">
                    <a:moveTo>
                      <a:pt x="32" y="0"/>
                    </a:moveTo>
                    <a:cubicBezTo>
                      <a:pt x="52" y="13"/>
                      <a:pt x="52" y="13"/>
                      <a:pt x="52" y="13"/>
                    </a:cubicBezTo>
                    <a:cubicBezTo>
                      <a:pt x="52" y="13"/>
                      <a:pt x="28" y="39"/>
                      <a:pt x="39" y="50"/>
                    </a:cubicBezTo>
                    <a:cubicBezTo>
                      <a:pt x="49" y="60"/>
                      <a:pt x="43" y="82"/>
                      <a:pt x="36" y="93"/>
                    </a:cubicBezTo>
                    <a:cubicBezTo>
                      <a:pt x="30" y="104"/>
                      <a:pt x="17" y="86"/>
                      <a:pt x="15" y="80"/>
                    </a:cubicBezTo>
                    <a:cubicBezTo>
                      <a:pt x="13" y="73"/>
                      <a:pt x="0" y="48"/>
                      <a:pt x="4" y="41"/>
                    </a:cubicBezTo>
                    <a:cubicBezTo>
                      <a:pt x="8" y="35"/>
                      <a:pt x="17" y="2"/>
                      <a:pt x="32" y="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40" name="Freeform 70">
                <a:extLst>
                  <a:ext uri="{FF2B5EF4-FFF2-40B4-BE49-F238E27FC236}">
                    <a16:creationId xmlns:a16="http://schemas.microsoft.com/office/drawing/2014/main" id="{5BFEBCEF-C6A5-3A48-8B3A-423C14084E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2" y="3249"/>
                <a:ext cx="1731" cy="2035"/>
              </a:xfrm>
              <a:custGeom>
                <a:avLst/>
                <a:gdLst/>
                <a:ahLst/>
                <a:cxnLst>
                  <a:cxn ang="0">
                    <a:pos x="167" y="161"/>
                  </a:cxn>
                  <a:cxn ang="0">
                    <a:pos x="212" y="105"/>
                  </a:cxn>
                  <a:cxn ang="0">
                    <a:pos x="272" y="55"/>
                  </a:cxn>
                  <a:cxn ang="0">
                    <a:pos x="336" y="70"/>
                  </a:cxn>
                  <a:cxn ang="0">
                    <a:pos x="459" y="23"/>
                  </a:cxn>
                  <a:cxn ang="0">
                    <a:pos x="554" y="7"/>
                  </a:cxn>
                  <a:cxn ang="0">
                    <a:pos x="602" y="7"/>
                  </a:cxn>
                  <a:cxn ang="0">
                    <a:pos x="622" y="32"/>
                  </a:cxn>
                  <a:cxn ang="0">
                    <a:pos x="608" y="111"/>
                  </a:cxn>
                  <a:cxn ang="0">
                    <a:pos x="651" y="132"/>
                  </a:cxn>
                  <a:cxn ang="0">
                    <a:pos x="700" y="131"/>
                  </a:cxn>
                  <a:cxn ang="0">
                    <a:pos x="772" y="188"/>
                  </a:cxn>
                  <a:cxn ang="0">
                    <a:pos x="814" y="152"/>
                  </a:cxn>
                  <a:cxn ang="0">
                    <a:pos x="988" y="168"/>
                  </a:cxn>
                  <a:cxn ang="0">
                    <a:pos x="1084" y="167"/>
                  </a:cxn>
                  <a:cxn ang="0">
                    <a:pos x="1120" y="254"/>
                  </a:cxn>
                  <a:cxn ang="0">
                    <a:pos x="1125" y="293"/>
                  </a:cxn>
                  <a:cxn ang="0">
                    <a:pos x="1152" y="381"/>
                  </a:cxn>
                  <a:cxn ang="0">
                    <a:pos x="1205" y="494"/>
                  </a:cxn>
                  <a:cxn ang="0">
                    <a:pos x="1240" y="572"/>
                  </a:cxn>
                  <a:cxn ang="0">
                    <a:pos x="1313" y="631"/>
                  </a:cxn>
                  <a:cxn ang="0">
                    <a:pos x="1391" y="672"/>
                  </a:cxn>
                  <a:cxn ang="0">
                    <a:pos x="1500" y="672"/>
                  </a:cxn>
                  <a:cxn ang="0">
                    <a:pos x="1430" y="804"/>
                  </a:cxn>
                  <a:cxn ang="0">
                    <a:pos x="1309" y="928"/>
                  </a:cxn>
                  <a:cxn ang="0">
                    <a:pos x="1231" y="1046"/>
                  </a:cxn>
                  <a:cxn ang="0">
                    <a:pos x="1258" y="1170"/>
                  </a:cxn>
                  <a:cxn ang="0">
                    <a:pos x="1201" y="1330"/>
                  </a:cxn>
                  <a:cxn ang="0">
                    <a:pos x="1139" y="1383"/>
                  </a:cxn>
                  <a:cxn ang="0">
                    <a:pos x="1142" y="1498"/>
                  </a:cxn>
                  <a:cxn ang="0">
                    <a:pos x="1078" y="1596"/>
                  </a:cxn>
                  <a:cxn ang="0">
                    <a:pos x="953" y="1741"/>
                  </a:cxn>
                  <a:cxn ang="0">
                    <a:pos x="808" y="1772"/>
                  </a:cxn>
                  <a:cxn ang="0">
                    <a:pos x="740" y="1630"/>
                  </a:cxn>
                  <a:cxn ang="0">
                    <a:pos x="671" y="1403"/>
                  </a:cxn>
                  <a:cxn ang="0">
                    <a:pos x="647" y="1257"/>
                  </a:cxn>
                  <a:cxn ang="0">
                    <a:pos x="667" y="1163"/>
                  </a:cxn>
                  <a:cxn ang="0">
                    <a:pos x="649" y="1086"/>
                  </a:cxn>
                  <a:cxn ang="0">
                    <a:pos x="603" y="1002"/>
                  </a:cxn>
                  <a:cxn ang="0">
                    <a:pos x="529" y="929"/>
                  </a:cxn>
                  <a:cxn ang="0">
                    <a:pos x="556" y="870"/>
                  </a:cxn>
                  <a:cxn ang="0">
                    <a:pos x="556" y="826"/>
                  </a:cxn>
                  <a:cxn ang="0">
                    <a:pos x="461" y="778"/>
                  </a:cxn>
                  <a:cxn ang="0">
                    <a:pos x="333" y="801"/>
                  </a:cxn>
                  <a:cxn ang="0">
                    <a:pos x="213" y="817"/>
                  </a:cxn>
                  <a:cxn ang="0">
                    <a:pos x="97" y="734"/>
                  </a:cxn>
                  <a:cxn ang="0">
                    <a:pos x="13" y="658"/>
                  </a:cxn>
                  <a:cxn ang="0">
                    <a:pos x="20" y="516"/>
                  </a:cxn>
                  <a:cxn ang="0">
                    <a:pos x="17" y="376"/>
                  </a:cxn>
                  <a:cxn ang="0">
                    <a:pos x="98" y="266"/>
                  </a:cxn>
                </a:cxnLst>
                <a:rect l="0" t="0" r="r" b="b"/>
                <a:pathLst>
                  <a:path w="1506" h="1774">
                    <a:moveTo>
                      <a:pt x="167" y="195"/>
                    </a:moveTo>
                    <a:cubicBezTo>
                      <a:pt x="157" y="172"/>
                      <a:pt x="157" y="172"/>
                      <a:pt x="157" y="172"/>
                    </a:cubicBezTo>
                    <a:cubicBezTo>
                      <a:pt x="167" y="161"/>
                      <a:pt x="167" y="161"/>
                      <a:pt x="167" y="161"/>
                    </a:cubicBezTo>
                    <a:cubicBezTo>
                      <a:pt x="166" y="135"/>
                      <a:pt x="166" y="135"/>
                      <a:pt x="166" y="135"/>
                    </a:cubicBezTo>
                    <a:cubicBezTo>
                      <a:pt x="166" y="135"/>
                      <a:pt x="176" y="121"/>
                      <a:pt x="183" y="119"/>
                    </a:cubicBezTo>
                    <a:cubicBezTo>
                      <a:pt x="190" y="118"/>
                      <a:pt x="212" y="105"/>
                      <a:pt x="212" y="105"/>
                    </a:cubicBezTo>
                    <a:cubicBezTo>
                      <a:pt x="238" y="85"/>
                      <a:pt x="238" y="85"/>
                      <a:pt x="238" y="85"/>
                    </a:cubicBezTo>
                    <a:cubicBezTo>
                      <a:pt x="245" y="52"/>
                      <a:pt x="245" y="52"/>
                      <a:pt x="245" y="52"/>
                    </a:cubicBezTo>
                    <a:cubicBezTo>
                      <a:pt x="245" y="52"/>
                      <a:pt x="272" y="45"/>
                      <a:pt x="272" y="55"/>
                    </a:cubicBezTo>
                    <a:cubicBezTo>
                      <a:pt x="272" y="65"/>
                      <a:pt x="287" y="66"/>
                      <a:pt x="297" y="65"/>
                    </a:cubicBezTo>
                    <a:cubicBezTo>
                      <a:pt x="307" y="63"/>
                      <a:pt x="320" y="62"/>
                      <a:pt x="320" y="62"/>
                    </a:cubicBezTo>
                    <a:cubicBezTo>
                      <a:pt x="336" y="70"/>
                      <a:pt x="336" y="70"/>
                      <a:pt x="336" y="70"/>
                    </a:cubicBezTo>
                    <a:cubicBezTo>
                      <a:pt x="336" y="70"/>
                      <a:pt x="354" y="47"/>
                      <a:pt x="362" y="47"/>
                    </a:cubicBezTo>
                    <a:cubicBezTo>
                      <a:pt x="369" y="47"/>
                      <a:pt x="400" y="32"/>
                      <a:pt x="410" y="30"/>
                    </a:cubicBezTo>
                    <a:cubicBezTo>
                      <a:pt x="421" y="29"/>
                      <a:pt x="446" y="22"/>
                      <a:pt x="459" y="23"/>
                    </a:cubicBezTo>
                    <a:cubicBezTo>
                      <a:pt x="472" y="25"/>
                      <a:pt x="501" y="17"/>
                      <a:pt x="505" y="16"/>
                    </a:cubicBezTo>
                    <a:cubicBezTo>
                      <a:pt x="510" y="14"/>
                      <a:pt x="530" y="0"/>
                      <a:pt x="530" y="0"/>
                    </a:cubicBezTo>
                    <a:cubicBezTo>
                      <a:pt x="554" y="7"/>
                      <a:pt x="554" y="7"/>
                      <a:pt x="554" y="7"/>
                    </a:cubicBezTo>
                    <a:cubicBezTo>
                      <a:pt x="564" y="14"/>
                      <a:pt x="564" y="14"/>
                      <a:pt x="564" y="14"/>
                    </a:cubicBezTo>
                    <a:cubicBezTo>
                      <a:pt x="564" y="14"/>
                      <a:pt x="573" y="3"/>
                      <a:pt x="582" y="4"/>
                    </a:cubicBezTo>
                    <a:cubicBezTo>
                      <a:pt x="590" y="6"/>
                      <a:pt x="602" y="3"/>
                      <a:pt x="602" y="7"/>
                    </a:cubicBezTo>
                    <a:cubicBezTo>
                      <a:pt x="602" y="12"/>
                      <a:pt x="600" y="22"/>
                      <a:pt x="600" y="22"/>
                    </a:cubicBezTo>
                    <a:cubicBezTo>
                      <a:pt x="600" y="22"/>
                      <a:pt x="609" y="17"/>
                      <a:pt x="613" y="17"/>
                    </a:cubicBezTo>
                    <a:cubicBezTo>
                      <a:pt x="618" y="17"/>
                      <a:pt x="622" y="32"/>
                      <a:pt x="622" y="32"/>
                    </a:cubicBezTo>
                    <a:cubicBezTo>
                      <a:pt x="622" y="32"/>
                      <a:pt x="600" y="32"/>
                      <a:pt x="605" y="35"/>
                    </a:cubicBezTo>
                    <a:cubicBezTo>
                      <a:pt x="609" y="37"/>
                      <a:pt x="618" y="68"/>
                      <a:pt x="618" y="68"/>
                    </a:cubicBezTo>
                    <a:cubicBezTo>
                      <a:pt x="608" y="111"/>
                      <a:pt x="608" y="111"/>
                      <a:pt x="608" y="111"/>
                    </a:cubicBezTo>
                    <a:cubicBezTo>
                      <a:pt x="621" y="116"/>
                      <a:pt x="621" y="116"/>
                      <a:pt x="621" y="116"/>
                    </a:cubicBezTo>
                    <a:cubicBezTo>
                      <a:pt x="626" y="129"/>
                      <a:pt x="626" y="129"/>
                      <a:pt x="626" y="129"/>
                    </a:cubicBezTo>
                    <a:cubicBezTo>
                      <a:pt x="651" y="132"/>
                      <a:pt x="651" y="132"/>
                      <a:pt x="651" y="132"/>
                    </a:cubicBezTo>
                    <a:cubicBezTo>
                      <a:pt x="677" y="135"/>
                      <a:pt x="677" y="135"/>
                      <a:pt x="677" y="135"/>
                    </a:cubicBezTo>
                    <a:cubicBezTo>
                      <a:pt x="677" y="135"/>
                      <a:pt x="670" y="124"/>
                      <a:pt x="675" y="125"/>
                    </a:cubicBezTo>
                    <a:cubicBezTo>
                      <a:pt x="681" y="126"/>
                      <a:pt x="700" y="131"/>
                      <a:pt x="700" y="131"/>
                    </a:cubicBezTo>
                    <a:cubicBezTo>
                      <a:pt x="710" y="164"/>
                      <a:pt x="710" y="164"/>
                      <a:pt x="710" y="164"/>
                    </a:cubicBezTo>
                    <a:cubicBezTo>
                      <a:pt x="740" y="170"/>
                      <a:pt x="740" y="170"/>
                      <a:pt x="740" y="170"/>
                    </a:cubicBezTo>
                    <a:cubicBezTo>
                      <a:pt x="772" y="188"/>
                      <a:pt x="772" y="188"/>
                      <a:pt x="772" y="188"/>
                    </a:cubicBezTo>
                    <a:cubicBezTo>
                      <a:pt x="799" y="203"/>
                      <a:pt x="799" y="203"/>
                      <a:pt x="799" y="203"/>
                    </a:cubicBezTo>
                    <a:cubicBezTo>
                      <a:pt x="799" y="203"/>
                      <a:pt x="812" y="185"/>
                      <a:pt x="811" y="181"/>
                    </a:cubicBezTo>
                    <a:cubicBezTo>
                      <a:pt x="809" y="177"/>
                      <a:pt x="801" y="159"/>
                      <a:pt x="814" y="152"/>
                    </a:cubicBezTo>
                    <a:cubicBezTo>
                      <a:pt x="827" y="145"/>
                      <a:pt x="839" y="132"/>
                      <a:pt x="861" y="137"/>
                    </a:cubicBezTo>
                    <a:cubicBezTo>
                      <a:pt x="883" y="141"/>
                      <a:pt x="917" y="155"/>
                      <a:pt x="927" y="158"/>
                    </a:cubicBezTo>
                    <a:cubicBezTo>
                      <a:pt x="937" y="161"/>
                      <a:pt x="979" y="164"/>
                      <a:pt x="988" y="168"/>
                    </a:cubicBezTo>
                    <a:cubicBezTo>
                      <a:pt x="996" y="172"/>
                      <a:pt x="1024" y="182"/>
                      <a:pt x="1024" y="182"/>
                    </a:cubicBezTo>
                    <a:cubicBezTo>
                      <a:pt x="1024" y="182"/>
                      <a:pt x="1029" y="168"/>
                      <a:pt x="1035" y="167"/>
                    </a:cubicBezTo>
                    <a:cubicBezTo>
                      <a:pt x="1041" y="165"/>
                      <a:pt x="1084" y="167"/>
                      <a:pt x="1084" y="167"/>
                    </a:cubicBezTo>
                    <a:cubicBezTo>
                      <a:pt x="1091" y="177"/>
                      <a:pt x="1091" y="177"/>
                      <a:pt x="1091" y="177"/>
                    </a:cubicBezTo>
                    <a:cubicBezTo>
                      <a:pt x="1091" y="177"/>
                      <a:pt x="1122" y="171"/>
                      <a:pt x="1130" y="180"/>
                    </a:cubicBezTo>
                    <a:cubicBezTo>
                      <a:pt x="1139" y="188"/>
                      <a:pt x="1127" y="263"/>
                      <a:pt x="1120" y="254"/>
                    </a:cubicBezTo>
                    <a:cubicBezTo>
                      <a:pt x="1113" y="246"/>
                      <a:pt x="1073" y="205"/>
                      <a:pt x="1081" y="218"/>
                    </a:cubicBezTo>
                    <a:cubicBezTo>
                      <a:pt x="1090" y="231"/>
                      <a:pt x="1097" y="259"/>
                      <a:pt x="1106" y="264"/>
                    </a:cubicBezTo>
                    <a:cubicBezTo>
                      <a:pt x="1114" y="270"/>
                      <a:pt x="1125" y="287"/>
                      <a:pt x="1125" y="293"/>
                    </a:cubicBezTo>
                    <a:cubicBezTo>
                      <a:pt x="1125" y="299"/>
                      <a:pt x="1126" y="312"/>
                      <a:pt x="1132" y="317"/>
                    </a:cubicBezTo>
                    <a:cubicBezTo>
                      <a:pt x="1138" y="323"/>
                      <a:pt x="1130" y="346"/>
                      <a:pt x="1136" y="353"/>
                    </a:cubicBezTo>
                    <a:cubicBezTo>
                      <a:pt x="1142" y="361"/>
                      <a:pt x="1148" y="376"/>
                      <a:pt x="1152" y="381"/>
                    </a:cubicBezTo>
                    <a:cubicBezTo>
                      <a:pt x="1156" y="385"/>
                      <a:pt x="1169" y="396"/>
                      <a:pt x="1173" y="398"/>
                    </a:cubicBezTo>
                    <a:cubicBezTo>
                      <a:pt x="1178" y="399"/>
                      <a:pt x="1186" y="415"/>
                      <a:pt x="1186" y="415"/>
                    </a:cubicBezTo>
                    <a:cubicBezTo>
                      <a:pt x="1205" y="494"/>
                      <a:pt x="1205" y="494"/>
                      <a:pt x="1205" y="494"/>
                    </a:cubicBezTo>
                    <a:cubicBezTo>
                      <a:pt x="1230" y="514"/>
                      <a:pt x="1230" y="514"/>
                      <a:pt x="1230" y="514"/>
                    </a:cubicBezTo>
                    <a:cubicBezTo>
                      <a:pt x="1227" y="543"/>
                      <a:pt x="1227" y="543"/>
                      <a:pt x="1227" y="543"/>
                    </a:cubicBezTo>
                    <a:cubicBezTo>
                      <a:pt x="1227" y="543"/>
                      <a:pt x="1235" y="569"/>
                      <a:pt x="1240" y="572"/>
                    </a:cubicBezTo>
                    <a:cubicBezTo>
                      <a:pt x="1244" y="575"/>
                      <a:pt x="1267" y="590"/>
                      <a:pt x="1273" y="589"/>
                    </a:cubicBezTo>
                    <a:cubicBezTo>
                      <a:pt x="1279" y="587"/>
                      <a:pt x="1277" y="602"/>
                      <a:pt x="1281" y="606"/>
                    </a:cubicBezTo>
                    <a:cubicBezTo>
                      <a:pt x="1286" y="610"/>
                      <a:pt x="1313" y="626"/>
                      <a:pt x="1313" y="631"/>
                    </a:cubicBezTo>
                    <a:cubicBezTo>
                      <a:pt x="1313" y="635"/>
                      <a:pt x="1322" y="661"/>
                      <a:pt x="1330" y="669"/>
                    </a:cubicBezTo>
                    <a:cubicBezTo>
                      <a:pt x="1339" y="678"/>
                      <a:pt x="1346" y="681"/>
                      <a:pt x="1355" y="682"/>
                    </a:cubicBezTo>
                    <a:cubicBezTo>
                      <a:pt x="1364" y="684"/>
                      <a:pt x="1381" y="675"/>
                      <a:pt x="1391" y="672"/>
                    </a:cubicBezTo>
                    <a:cubicBezTo>
                      <a:pt x="1401" y="669"/>
                      <a:pt x="1431" y="671"/>
                      <a:pt x="1438" y="668"/>
                    </a:cubicBezTo>
                    <a:cubicBezTo>
                      <a:pt x="1446" y="665"/>
                      <a:pt x="1486" y="646"/>
                      <a:pt x="1494" y="646"/>
                    </a:cubicBezTo>
                    <a:cubicBezTo>
                      <a:pt x="1503" y="646"/>
                      <a:pt x="1506" y="662"/>
                      <a:pt x="1500" y="672"/>
                    </a:cubicBezTo>
                    <a:cubicBezTo>
                      <a:pt x="1494" y="682"/>
                      <a:pt x="1483" y="714"/>
                      <a:pt x="1483" y="714"/>
                    </a:cubicBezTo>
                    <a:cubicBezTo>
                      <a:pt x="1483" y="714"/>
                      <a:pt x="1490" y="741"/>
                      <a:pt x="1486" y="744"/>
                    </a:cubicBezTo>
                    <a:cubicBezTo>
                      <a:pt x="1482" y="747"/>
                      <a:pt x="1433" y="799"/>
                      <a:pt x="1430" y="804"/>
                    </a:cubicBezTo>
                    <a:cubicBezTo>
                      <a:pt x="1427" y="810"/>
                      <a:pt x="1433" y="824"/>
                      <a:pt x="1424" y="830"/>
                    </a:cubicBezTo>
                    <a:cubicBezTo>
                      <a:pt x="1415" y="836"/>
                      <a:pt x="1382" y="866"/>
                      <a:pt x="1371" y="876"/>
                    </a:cubicBezTo>
                    <a:cubicBezTo>
                      <a:pt x="1359" y="886"/>
                      <a:pt x="1325" y="916"/>
                      <a:pt x="1309" y="928"/>
                    </a:cubicBezTo>
                    <a:cubicBezTo>
                      <a:pt x="1293" y="939"/>
                      <a:pt x="1274" y="968"/>
                      <a:pt x="1270" y="971"/>
                    </a:cubicBezTo>
                    <a:cubicBezTo>
                      <a:pt x="1266" y="974"/>
                      <a:pt x="1237" y="1008"/>
                      <a:pt x="1237" y="1008"/>
                    </a:cubicBezTo>
                    <a:cubicBezTo>
                      <a:pt x="1237" y="1008"/>
                      <a:pt x="1231" y="1040"/>
                      <a:pt x="1231" y="1046"/>
                    </a:cubicBezTo>
                    <a:cubicBezTo>
                      <a:pt x="1231" y="1051"/>
                      <a:pt x="1231" y="1102"/>
                      <a:pt x="1234" y="1107"/>
                    </a:cubicBezTo>
                    <a:cubicBezTo>
                      <a:pt x="1237" y="1113"/>
                      <a:pt x="1245" y="1148"/>
                      <a:pt x="1245" y="1148"/>
                    </a:cubicBezTo>
                    <a:cubicBezTo>
                      <a:pt x="1245" y="1148"/>
                      <a:pt x="1257" y="1159"/>
                      <a:pt x="1258" y="1170"/>
                    </a:cubicBezTo>
                    <a:cubicBezTo>
                      <a:pt x="1260" y="1182"/>
                      <a:pt x="1258" y="1219"/>
                      <a:pt x="1258" y="1229"/>
                    </a:cubicBezTo>
                    <a:cubicBezTo>
                      <a:pt x="1258" y="1239"/>
                      <a:pt x="1263" y="1294"/>
                      <a:pt x="1257" y="1295"/>
                    </a:cubicBezTo>
                    <a:cubicBezTo>
                      <a:pt x="1251" y="1297"/>
                      <a:pt x="1201" y="1330"/>
                      <a:pt x="1201" y="1330"/>
                    </a:cubicBezTo>
                    <a:cubicBezTo>
                      <a:pt x="1201" y="1330"/>
                      <a:pt x="1176" y="1349"/>
                      <a:pt x="1175" y="1356"/>
                    </a:cubicBezTo>
                    <a:cubicBezTo>
                      <a:pt x="1173" y="1363"/>
                      <a:pt x="1178" y="1374"/>
                      <a:pt x="1162" y="1373"/>
                    </a:cubicBezTo>
                    <a:cubicBezTo>
                      <a:pt x="1146" y="1372"/>
                      <a:pt x="1139" y="1377"/>
                      <a:pt x="1139" y="1383"/>
                    </a:cubicBezTo>
                    <a:cubicBezTo>
                      <a:pt x="1139" y="1389"/>
                      <a:pt x="1130" y="1394"/>
                      <a:pt x="1138" y="1403"/>
                    </a:cubicBezTo>
                    <a:cubicBezTo>
                      <a:pt x="1145" y="1412"/>
                      <a:pt x="1158" y="1429"/>
                      <a:pt x="1156" y="1433"/>
                    </a:cubicBezTo>
                    <a:cubicBezTo>
                      <a:pt x="1155" y="1438"/>
                      <a:pt x="1148" y="1495"/>
                      <a:pt x="1142" y="1498"/>
                    </a:cubicBezTo>
                    <a:cubicBezTo>
                      <a:pt x="1136" y="1501"/>
                      <a:pt x="1106" y="1524"/>
                      <a:pt x="1102" y="1525"/>
                    </a:cubicBezTo>
                    <a:cubicBezTo>
                      <a:pt x="1097" y="1527"/>
                      <a:pt x="1089" y="1547"/>
                      <a:pt x="1089" y="1547"/>
                    </a:cubicBezTo>
                    <a:cubicBezTo>
                      <a:pt x="1089" y="1547"/>
                      <a:pt x="1081" y="1588"/>
                      <a:pt x="1078" y="1596"/>
                    </a:cubicBezTo>
                    <a:cubicBezTo>
                      <a:pt x="1076" y="1603"/>
                      <a:pt x="1055" y="1633"/>
                      <a:pt x="1050" y="1640"/>
                    </a:cubicBezTo>
                    <a:cubicBezTo>
                      <a:pt x="1044" y="1647"/>
                      <a:pt x="1027" y="1676"/>
                      <a:pt x="1018" y="1686"/>
                    </a:cubicBezTo>
                    <a:cubicBezTo>
                      <a:pt x="1009" y="1696"/>
                      <a:pt x="963" y="1736"/>
                      <a:pt x="953" y="1741"/>
                    </a:cubicBezTo>
                    <a:cubicBezTo>
                      <a:pt x="943" y="1745"/>
                      <a:pt x="904" y="1741"/>
                      <a:pt x="898" y="1741"/>
                    </a:cubicBezTo>
                    <a:cubicBezTo>
                      <a:pt x="893" y="1741"/>
                      <a:pt x="873" y="1739"/>
                      <a:pt x="864" y="1745"/>
                    </a:cubicBezTo>
                    <a:cubicBezTo>
                      <a:pt x="855" y="1751"/>
                      <a:pt x="822" y="1774"/>
                      <a:pt x="808" y="1772"/>
                    </a:cubicBezTo>
                    <a:cubicBezTo>
                      <a:pt x="793" y="1771"/>
                      <a:pt x="778" y="1752"/>
                      <a:pt x="773" y="1746"/>
                    </a:cubicBezTo>
                    <a:cubicBezTo>
                      <a:pt x="769" y="1741"/>
                      <a:pt x="773" y="1710"/>
                      <a:pt x="769" y="1703"/>
                    </a:cubicBezTo>
                    <a:cubicBezTo>
                      <a:pt x="765" y="1696"/>
                      <a:pt x="747" y="1649"/>
                      <a:pt x="740" y="1630"/>
                    </a:cubicBezTo>
                    <a:cubicBezTo>
                      <a:pt x="733" y="1611"/>
                      <a:pt x="708" y="1564"/>
                      <a:pt x="700" y="1557"/>
                    </a:cubicBezTo>
                    <a:cubicBezTo>
                      <a:pt x="691" y="1550"/>
                      <a:pt x="698" y="1502"/>
                      <a:pt x="696" y="1495"/>
                    </a:cubicBezTo>
                    <a:cubicBezTo>
                      <a:pt x="693" y="1488"/>
                      <a:pt x="678" y="1413"/>
                      <a:pt x="671" y="1403"/>
                    </a:cubicBezTo>
                    <a:cubicBezTo>
                      <a:pt x="664" y="1393"/>
                      <a:pt x="634" y="1357"/>
                      <a:pt x="629" y="1347"/>
                    </a:cubicBezTo>
                    <a:cubicBezTo>
                      <a:pt x="625" y="1337"/>
                      <a:pt x="631" y="1288"/>
                      <a:pt x="631" y="1288"/>
                    </a:cubicBezTo>
                    <a:cubicBezTo>
                      <a:pt x="647" y="1257"/>
                      <a:pt x="647" y="1257"/>
                      <a:pt x="647" y="1257"/>
                    </a:cubicBezTo>
                    <a:cubicBezTo>
                      <a:pt x="665" y="1239"/>
                      <a:pt x="665" y="1239"/>
                      <a:pt x="665" y="1239"/>
                    </a:cubicBezTo>
                    <a:cubicBezTo>
                      <a:pt x="677" y="1199"/>
                      <a:pt x="677" y="1199"/>
                      <a:pt x="677" y="1199"/>
                    </a:cubicBezTo>
                    <a:cubicBezTo>
                      <a:pt x="667" y="1163"/>
                      <a:pt x="667" y="1163"/>
                      <a:pt x="667" y="1163"/>
                    </a:cubicBezTo>
                    <a:cubicBezTo>
                      <a:pt x="648" y="1137"/>
                      <a:pt x="648" y="1137"/>
                      <a:pt x="648" y="1137"/>
                    </a:cubicBezTo>
                    <a:cubicBezTo>
                      <a:pt x="654" y="1120"/>
                      <a:pt x="654" y="1120"/>
                      <a:pt x="654" y="1120"/>
                    </a:cubicBezTo>
                    <a:cubicBezTo>
                      <a:pt x="664" y="1114"/>
                      <a:pt x="649" y="1086"/>
                      <a:pt x="649" y="1086"/>
                    </a:cubicBezTo>
                    <a:cubicBezTo>
                      <a:pt x="636" y="1071"/>
                      <a:pt x="636" y="1071"/>
                      <a:pt x="636" y="1071"/>
                    </a:cubicBezTo>
                    <a:cubicBezTo>
                      <a:pt x="641" y="1025"/>
                      <a:pt x="641" y="1025"/>
                      <a:pt x="641" y="1025"/>
                    </a:cubicBezTo>
                    <a:cubicBezTo>
                      <a:pt x="603" y="1002"/>
                      <a:pt x="603" y="1002"/>
                      <a:pt x="603" y="1002"/>
                    </a:cubicBezTo>
                    <a:cubicBezTo>
                      <a:pt x="580" y="981"/>
                      <a:pt x="580" y="981"/>
                      <a:pt x="580" y="981"/>
                    </a:cubicBezTo>
                    <a:cubicBezTo>
                      <a:pt x="543" y="952"/>
                      <a:pt x="543" y="952"/>
                      <a:pt x="543" y="952"/>
                    </a:cubicBezTo>
                    <a:cubicBezTo>
                      <a:pt x="529" y="929"/>
                      <a:pt x="529" y="929"/>
                      <a:pt x="529" y="929"/>
                    </a:cubicBezTo>
                    <a:cubicBezTo>
                      <a:pt x="557" y="915"/>
                      <a:pt x="557" y="915"/>
                      <a:pt x="557" y="915"/>
                    </a:cubicBezTo>
                    <a:cubicBezTo>
                      <a:pt x="572" y="893"/>
                      <a:pt x="572" y="893"/>
                      <a:pt x="572" y="893"/>
                    </a:cubicBezTo>
                    <a:cubicBezTo>
                      <a:pt x="556" y="870"/>
                      <a:pt x="556" y="870"/>
                      <a:pt x="556" y="870"/>
                    </a:cubicBezTo>
                    <a:cubicBezTo>
                      <a:pt x="573" y="856"/>
                      <a:pt x="573" y="856"/>
                      <a:pt x="573" y="856"/>
                    </a:cubicBezTo>
                    <a:cubicBezTo>
                      <a:pt x="579" y="847"/>
                      <a:pt x="579" y="847"/>
                      <a:pt x="579" y="847"/>
                    </a:cubicBezTo>
                    <a:cubicBezTo>
                      <a:pt x="556" y="826"/>
                      <a:pt x="556" y="826"/>
                      <a:pt x="556" y="826"/>
                    </a:cubicBezTo>
                    <a:cubicBezTo>
                      <a:pt x="541" y="813"/>
                      <a:pt x="541" y="813"/>
                      <a:pt x="541" y="813"/>
                    </a:cubicBezTo>
                    <a:cubicBezTo>
                      <a:pt x="497" y="819"/>
                      <a:pt x="497" y="819"/>
                      <a:pt x="497" y="819"/>
                    </a:cubicBezTo>
                    <a:cubicBezTo>
                      <a:pt x="461" y="778"/>
                      <a:pt x="461" y="778"/>
                      <a:pt x="461" y="778"/>
                    </a:cubicBezTo>
                    <a:cubicBezTo>
                      <a:pt x="461" y="778"/>
                      <a:pt x="429" y="773"/>
                      <a:pt x="416" y="776"/>
                    </a:cubicBezTo>
                    <a:cubicBezTo>
                      <a:pt x="403" y="778"/>
                      <a:pt x="383" y="786"/>
                      <a:pt x="372" y="788"/>
                    </a:cubicBezTo>
                    <a:cubicBezTo>
                      <a:pt x="360" y="791"/>
                      <a:pt x="340" y="799"/>
                      <a:pt x="333" y="801"/>
                    </a:cubicBezTo>
                    <a:cubicBezTo>
                      <a:pt x="325" y="804"/>
                      <a:pt x="314" y="801"/>
                      <a:pt x="304" y="800"/>
                    </a:cubicBezTo>
                    <a:cubicBezTo>
                      <a:pt x="294" y="799"/>
                      <a:pt x="292" y="794"/>
                      <a:pt x="278" y="799"/>
                    </a:cubicBezTo>
                    <a:cubicBezTo>
                      <a:pt x="264" y="803"/>
                      <a:pt x="220" y="817"/>
                      <a:pt x="213" y="817"/>
                    </a:cubicBezTo>
                    <a:cubicBezTo>
                      <a:pt x="206" y="817"/>
                      <a:pt x="174" y="809"/>
                      <a:pt x="169" y="804"/>
                    </a:cubicBezTo>
                    <a:cubicBezTo>
                      <a:pt x="163" y="800"/>
                      <a:pt x="118" y="770"/>
                      <a:pt x="114" y="763"/>
                    </a:cubicBezTo>
                    <a:cubicBezTo>
                      <a:pt x="110" y="755"/>
                      <a:pt x="107" y="738"/>
                      <a:pt x="97" y="734"/>
                    </a:cubicBezTo>
                    <a:cubicBezTo>
                      <a:pt x="87" y="730"/>
                      <a:pt x="72" y="714"/>
                      <a:pt x="69" y="708"/>
                    </a:cubicBezTo>
                    <a:cubicBezTo>
                      <a:pt x="66" y="702"/>
                      <a:pt x="48" y="674"/>
                      <a:pt x="42" y="674"/>
                    </a:cubicBezTo>
                    <a:cubicBezTo>
                      <a:pt x="36" y="674"/>
                      <a:pt x="13" y="658"/>
                      <a:pt x="13" y="658"/>
                    </a:cubicBezTo>
                    <a:cubicBezTo>
                      <a:pt x="13" y="658"/>
                      <a:pt x="13" y="632"/>
                      <a:pt x="9" y="625"/>
                    </a:cubicBezTo>
                    <a:cubicBezTo>
                      <a:pt x="4" y="618"/>
                      <a:pt x="10" y="552"/>
                      <a:pt x="10" y="547"/>
                    </a:cubicBezTo>
                    <a:cubicBezTo>
                      <a:pt x="10" y="543"/>
                      <a:pt x="20" y="516"/>
                      <a:pt x="20" y="516"/>
                    </a:cubicBezTo>
                    <a:cubicBezTo>
                      <a:pt x="12" y="437"/>
                      <a:pt x="12" y="437"/>
                      <a:pt x="12" y="437"/>
                    </a:cubicBezTo>
                    <a:cubicBezTo>
                      <a:pt x="0" y="419"/>
                      <a:pt x="0" y="419"/>
                      <a:pt x="0" y="419"/>
                    </a:cubicBezTo>
                    <a:cubicBezTo>
                      <a:pt x="0" y="419"/>
                      <a:pt x="12" y="384"/>
                      <a:pt x="17" y="376"/>
                    </a:cubicBezTo>
                    <a:cubicBezTo>
                      <a:pt x="23" y="369"/>
                      <a:pt x="40" y="353"/>
                      <a:pt x="42" y="348"/>
                    </a:cubicBezTo>
                    <a:cubicBezTo>
                      <a:pt x="43" y="342"/>
                      <a:pt x="66" y="310"/>
                      <a:pt x="69" y="303"/>
                    </a:cubicBezTo>
                    <a:cubicBezTo>
                      <a:pt x="72" y="296"/>
                      <a:pt x="94" y="269"/>
                      <a:pt x="98" y="266"/>
                    </a:cubicBezTo>
                    <a:cubicBezTo>
                      <a:pt x="102" y="263"/>
                      <a:pt x="135" y="236"/>
                      <a:pt x="135" y="236"/>
                    </a:cubicBezTo>
                    <a:lnTo>
                      <a:pt x="167" y="19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41" name="Freeform 71">
                <a:extLst>
                  <a:ext uri="{FF2B5EF4-FFF2-40B4-BE49-F238E27FC236}">
                    <a16:creationId xmlns:a16="http://schemas.microsoft.com/office/drawing/2014/main" id="{5801AF88-C6CD-B541-AC4D-6D5C78CBE6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5" y="1058"/>
                <a:ext cx="391" cy="388"/>
              </a:xfrm>
              <a:custGeom>
                <a:avLst/>
                <a:gdLst/>
                <a:ahLst/>
                <a:cxnLst>
                  <a:cxn ang="0">
                    <a:pos x="13" y="289"/>
                  </a:cxn>
                  <a:cxn ang="0">
                    <a:pos x="33" y="239"/>
                  </a:cxn>
                  <a:cxn ang="0">
                    <a:pos x="54" y="209"/>
                  </a:cxn>
                  <a:cxn ang="0">
                    <a:pos x="31" y="153"/>
                  </a:cxn>
                  <a:cxn ang="0">
                    <a:pos x="54" y="174"/>
                  </a:cxn>
                  <a:cxn ang="0">
                    <a:pos x="85" y="168"/>
                  </a:cxn>
                  <a:cxn ang="0">
                    <a:pos x="113" y="120"/>
                  </a:cxn>
                  <a:cxn ang="0">
                    <a:pos x="152" y="90"/>
                  </a:cxn>
                  <a:cxn ang="0">
                    <a:pos x="175" y="67"/>
                  </a:cxn>
                  <a:cxn ang="0">
                    <a:pos x="216" y="69"/>
                  </a:cxn>
                  <a:cxn ang="0">
                    <a:pos x="264" y="41"/>
                  </a:cxn>
                  <a:cxn ang="0">
                    <a:pos x="305" y="2"/>
                  </a:cxn>
                  <a:cxn ang="0">
                    <a:pos x="337" y="24"/>
                  </a:cxn>
                  <a:cxn ang="0">
                    <a:pos x="318" y="77"/>
                  </a:cxn>
                  <a:cxn ang="0">
                    <a:pos x="221" y="131"/>
                  </a:cxn>
                  <a:cxn ang="0">
                    <a:pos x="149" y="200"/>
                  </a:cxn>
                  <a:cxn ang="0">
                    <a:pos x="130" y="230"/>
                  </a:cxn>
                  <a:cxn ang="0">
                    <a:pos x="111" y="226"/>
                  </a:cxn>
                  <a:cxn ang="0">
                    <a:pos x="98" y="254"/>
                  </a:cxn>
                  <a:cxn ang="0">
                    <a:pos x="93" y="271"/>
                  </a:cxn>
                  <a:cxn ang="0">
                    <a:pos x="91" y="293"/>
                  </a:cxn>
                  <a:cxn ang="0">
                    <a:pos x="76" y="319"/>
                  </a:cxn>
                  <a:cxn ang="0">
                    <a:pos x="63" y="338"/>
                  </a:cxn>
                  <a:cxn ang="0">
                    <a:pos x="39" y="323"/>
                  </a:cxn>
                  <a:cxn ang="0">
                    <a:pos x="13" y="314"/>
                  </a:cxn>
                  <a:cxn ang="0">
                    <a:pos x="13" y="289"/>
                  </a:cxn>
                </a:cxnLst>
                <a:rect l="0" t="0" r="r" b="b"/>
                <a:pathLst>
                  <a:path w="340" h="338">
                    <a:moveTo>
                      <a:pt x="13" y="289"/>
                    </a:moveTo>
                    <a:cubicBezTo>
                      <a:pt x="13" y="289"/>
                      <a:pt x="29" y="248"/>
                      <a:pt x="33" y="239"/>
                    </a:cubicBezTo>
                    <a:cubicBezTo>
                      <a:pt x="37" y="230"/>
                      <a:pt x="54" y="209"/>
                      <a:pt x="54" y="209"/>
                    </a:cubicBezTo>
                    <a:cubicBezTo>
                      <a:pt x="31" y="153"/>
                      <a:pt x="31" y="153"/>
                      <a:pt x="31" y="153"/>
                    </a:cubicBezTo>
                    <a:cubicBezTo>
                      <a:pt x="31" y="153"/>
                      <a:pt x="48" y="166"/>
                      <a:pt x="54" y="174"/>
                    </a:cubicBezTo>
                    <a:cubicBezTo>
                      <a:pt x="61" y="183"/>
                      <a:pt x="78" y="172"/>
                      <a:pt x="85" y="168"/>
                    </a:cubicBezTo>
                    <a:cubicBezTo>
                      <a:pt x="91" y="164"/>
                      <a:pt x="106" y="127"/>
                      <a:pt x="113" y="120"/>
                    </a:cubicBezTo>
                    <a:cubicBezTo>
                      <a:pt x="119" y="114"/>
                      <a:pt x="143" y="95"/>
                      <a:pt x="152" y="90"/>
                    </a:cubicBezTo>
                    <a:cubicBezTo>
                      <a:pt x="160" y="86"/>
                      <a:pt x="169" y="67"/>
                      <a:pt x="175" y="67"/>
                    </a:cubicBezTo>
                    <a:cubicBezTo>
                      <a:pt x="182" y="67"/>
                      <a:pt x="210" y="71"/>
                      <a:pt x="216" y="69"/>
                    </a:cubicBezTo>
                    <a:cubicBezTo>
                      <a:pt x="223" y="67"/>
                      <a:pt x="264" y="41"/>
                      <a:pt x="264" y="41"/>
                    </a:cubicBezTo>
                    <a:cubicBezTo>
                      <a:pt x="264" y="41"/>
                      <a:pt x="286" y="0"/>
                      <a:pt x="305" y="2"/>
                    </a:cubicBezTo>
                    <a:cubicBezTo>
                      <a:pt x="324" y="4"/>
                      <a:pt x="335" y="13"/>
                      <a:pt x="337" y="24"/>
                    </a:cubicBezTo>
                    <a:cubicBezTo>
                      <a:pt x="340" y="34"/>
                      <a:pt x="331" y="69"/>
                      <a:pt x="318" y="77"/>
                    </a:cubicBezTo>
                    <a:cubicBezTo>
                      <a:pt x="305" y="86"/>
                      <a:pt x="247" y="114"/>
                      <a:pt x="221" y="131"/>
                    </a:cubicBezTo>
                    <a:cubicBezTo>
                      <a:pt x="195" y="149"/>
                      <a:pt x="162" y="187"/>
                      <a:pt x="149" y="200"/>
                    </a:cubicBezTo>
                    <a:cubicBezTo>
                      <a:pt x="137" y="213"/>
                      <a:pt x="141" y="230"/>
                      <a:pt x="130" y="230"/>
                    </a:cubicBezTo>
                    <a:cubicBezTo>
                      <a:pt x="119" y="230"/>
                      <a:pt x="111" y="226"/>
                      <a:pt x="111" y="226"/>
                    </a:cubicBezTo>
                    <a:cubicBezTo>
                      <a:pt x="98" y="254"/>
                      <a:pt x="98" y="254"/>
                      <a:pt x="98" y="254"/>
                    </a:cubicBezTo>
                    <a:cubicBezTo>
                      <a:pt x="93" y="271"/>
                      <a:pt x="93" y="271"/>
                      <a:pt x="93" y="271"/>
                    </a:cubicBezTo>
                    <a:cubicBezTo>
                      <a:pt x="91" y="293"/>
                      <a:pt x="91" y="293"/>
                      <a:pt x="91" y="293"/>
                    </a:cubicBezTo>
                    <a:cubicBezTo>
                      <a:pt x="76" y="319"/>
                      <a:pt x="76" y="319"/>
                      <a:pt x="76" y="319"/>
                    </a:cubicBezTo>
                    <a:cubicBezTo>
                      <a:pt x="63" y="338"/>
                      <a:pt x="63" y="338"/>
                      <a:pt x="63" y="338"/>
                    </a:cubicBezTo>
                    <a:cubicBezTo>
                      <a:pt x="39" y="323"/>
                      <a:pt x="39" y="323"/>
                      <a:pt x="39" y="323"/>
                    </a:cubicBezTo>
                    <a:cubicBezTo>
                      <a:pt x="13" y="314"/>
                      <a:pt x="13" y="314"/>
                      <a:pt x="13" y="314"/>
                    </a:cubicBezTo>
                    <a:cubicBezTo>
                      <a:pt x="13" y="314"/>
                      <a:pt x="0" y="293"/>
                      <a:pt x="13" y="289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42" name="Freeform 72">
                <a:extLst>
                  <a:ext uri="{FF2B5EF4-FFF2-40B4-BE49-F238E27FC236}">
                    <a16:creationId xmlns:a16="http://schemas.microsoft.com/office/drawing/2014/main" id="{6BB33F1F-9BD9-5A4E-AC4E-C93D4E7754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9" y="1441"/>
                <a:ext cx="166" cy="219"/>
              </a:xfrm>
              <a:custGeom>
                <a:avLst/>
                <a:gdLst/>
                <a:ahLst/>
                <a:cxnLst>
                  <a:cxn ang="0">
                    <a:pos x="69" y="6"/>
                  </a:cxn>
                  <a:cxn ang="0">
                    <a:pos x="84" y="0"/>
                  </a:cxn>
                  <a:cxn ang="0">
                    <a:pos x="117" y="15"/>
                  </a:cxn>
                  <a:cxn ang="0">
                    <a:pos x="100" y="60"/>
                  </a:cxn>
                  <a:cxn ang="0">
                    <a:pos x="97" y="123"/>
                  </a:cxn>
                  <a:cxn ang="0">
                    <a:pos x="128" y="163"/>
                  </a:cxn>
                  <a:cxn ang="0">
                    <a:pos x="134" y="191"/>
                  </a:cxn>
                  <a:cxn ang="0">
                    <a:pos x="58" y="183"/>
                  </a:cxn>
                  <a:cxn ang="0">
                    <a:pos x="56" y="151"/>
                  </a:cxn>
                  <a:cxn ang="0">
                    <a:pos x="30" y="129"/>
                  </a:cxn>
                  <a:cxn ang="0">
                    <a:pos x="11" y="105"/>
                  </a:cxn>
                  <a:cxn ang="0">
                    <a:pos x="13" y="84"/>
                  </a:cxn>
                  <a:cxn ang="0">
                    <a:pos x="28" y="60"/>
                  </a:cxn>
                  <a:cxn ang="0">
                    <a:pos x="30" y="28"/>
                  </a:cxn>
                  <a:cxn ang="0">
                    <a:pos x="46" y="13"/>
                  </a:cxn>
                  <a:cxn ang="0">
                    <a:pos x="69" y="6"/>
                  </a:cxn>
                </a:cxnLst>
                <a:rect l="0" t="0" r="r" b="b"/>
                <a:pathLst>
                  <a:path w="145" h="191">
                    <a:moveTo>
                      <a:pt x="69" y="6"/>
                    </a:moveTo>
                    <a:cubicBezTo>
                      <a:pt x="84" y="0"/>
                      <a:pt x="84" y="0"/>
                      <a:pt x="84" y="0"/>
                    </a:cubicBezTo>
                    <a:cubicBezTo>
                      <a:pt x="117" y="15"/>
                      <a:pt x="117" y="15"/>
                      <a:pt x="117" y="15"/>
                    </a:cubicBezTo>
                    <a:cubicBezTo>
                      <a:pt x="117" y="15"/>
                      <a:pt x="102" y="47"/>
                      <a:pt x="100" y="60"/>
                    </a:cubicBezTo>
                    <a:cubicBezTo>
                      <a:pt x="97" y="73"/>
                      <a:pt x="87" y="110"/>
                      <a:pt x="97" y="123"/>
                    </a:cubicBezTo>
                    <a:cubicBezTo>
                      <a:pt x="108" y="135"/>
                      <a:pt x="128" y="163"/>
                      <a:pt x="128" y="163"/>
                    </a:cubicBezTo>
                    <a:cubicBezTo>
                      <a:pt x="128" y="163"/>
                      <a:pt x="145" y="191"/>
                      <a:pt x="134" y="191"/>
                    </a:cubicBezTo>
                    <a:cubicBezTo>
                      <a:pt x="123" y="191"/>
                      <a:pt x="65" y="191"/>
                      <a:pt x="58" y="183"/>
                    </a:cubicBezTo>
                    <a:cubicBezTo>
                      <a:pt x="52" y="174"/>
                      <a:pt x="65" y="157"/>
                      <a:pt x="56" y="151"/>
                    </a:cubicBezTo>
                    <a:cubicBezTo>
                      <a:pt x="48" y="144"/>
                      <a:pt x="48" y="131"/>
                      <a:pt x="30" y="129"/>
                    </a:cubicBezTo>
                    <a:cubicBezTo>
                      <a:pt x="13" y="127"/>
                      <a:pt x="11" y="112"/>
                      <a:pt x="11" y="105"/>
                    </a:cubicBezTo>
                    <a:cubicBezTo>
                      <a:pt x="11" y="99"/>
                      <a:pt x="0" y="95"/>
                      <a:pt x="13" y="84"/>
                    </a:cubicBezTo>
                    <a:cubicBezTo>
                      <a:pt x="26" y="73"/>
                      <a:pt x="28" y="60"/>
                      <a:pt x="28" y="60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46" y="13"/>
                      <a:pt x="46" y="13"/>
                      <a:pt x="46" y="13"/>
                    </a:cubicBezTo>
                    <a:lnTo>
                      <a:pt x="69" y="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43" name="Freeform 73">
                <a:extLst>
                  <a:ext uri="{FF2B5EF4-FFF2-40B4-BE49-F238E27FC236}">
                    <a16:creationId xmlns:a16="http://schemas.microsoft.com/office/drawing/2014/main" id="{90972D5E-1FF3-044D-ABCB-B6E90CF68D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5" y="2733"/>
                <a:ext cx="188" cy="198"/>
              </a:xfrm>
              <a:custGeom>
                <a:avLst/>
                <a:gdLst/>
                <a:ahLst/>
                <a:cxnLst>
                  <a:cxn ang="0">
                    <a:pos x="75" y="20"/>
                  </a:cxn>
                  <a:cxn ang="0">
                    <a:pos x="26" y="132"/>
                  </a:cxn>
                  <a:cxn ang="0">
                    <a:pos x="89" y="137"/>
                  </a:cxn>
                  <a:cxn ang="0">
                    <a:pos x="87" y="172"/>
                  </a:cxn>
                  <a:cxn ang="0">
                    <a:pos x="115" y="149"/>
                  </a:cxn>
                  <a:cxn ang="0">
                    <a:pos x="153" y="158"/>
                  </a:cxn>
                  <a:cxn ang="0">
                    <a:pos x="164" y="137"/>
                  </a:cxn>
                  <a:cxn ang="0">
                    <a:pos x="144" y="123"/>
                  </a:cxn>
                  <a:cxn ang="0">
                    <a:pos x="141" y="94"/>
                  </a:cxn>
                  <a:cxn ang="0">
                    <a:pos x="121" y="71"/>
                  </a:cxn>
                  <a:cxn ang="0">
                    <a:pos x="92" y="77"/>
                  </a:cxn>
                  <a:cxn ang="0">
                    <a:pos x="75" y="20"/>
                  </a:cxn>
                </a:cxnLst>
                <a:rect l="0" t="0" r="r" b="b"/>
                <a:pathLst>
                  <a:path w="164" h="172">
                    <a:moveTo>
                      <a:pt x="75" y="20"/>
                    </a:moveTo>
                    <a:cubicBezTo>
                      <a:pt x="75" y="20"/>
                      <a:pt x="0" y="123"/>
                      <a:pt x="26" y="132"/>
                    </a:cubicBezTo>
                    <a:cubicBezTo>
                      <a:pt x="52" y="140"/>
                      <a:pt x="89" y="129"/>
                      <a:pt x="89" y="137"/>
                    </a:cubicBezTo>
                    <a:cubicBezTo>
                      <a:pt x="89" y="146"/>
                      <a:pt x="75" y="172"/>
                      <a:pt x="87" y="172"/>
                    </a:cubicBezTo>
                    <a:cubicBezTo>
                      <a:pt x="98" y="172"/>
                      <a:pt x="104" y="152"/>
                      <a:pt x="115" y="149"/>
                    </a:cubicBezTo>
                    <a:cubicBezTo>
                      <a:pt x="127" y="146"/>
                      <a:pt x="153" y="158"/>
                      <a:pt x="153" y="158"/>
                    </a:cubicBezTo>
                    <a:cubicBezTo>
                      <a:pt x="164" y="137"/>
                      <a:pt x="164" y="137"/>
                      <a:pt x="164" y="137"/>
                    </a:cubicBezTo>
                    <a:cubicBezTo>
                      <a:pt x="164" y="137"/>
                      <a:pt x="144" y="132"/>
                      <a:pt x="144" y="123"/>
                    </a:cubicBezTo>
                    <a:cubicBezTo>
                      <a:pt x="144" y="114"/>
                      <a:pt x="147" y="103"/>
                      <a:pt x="141" y="94"/>
                    </a:cubicBezTo>
                    <a:cubicBezTo>
                      <a:pt x="136" y="86"/>
                      <a:pt x="136" y="74"/>
                      <a:pt x="121" y="71"/>
                    </a:cubicBezTo>
                    <a:cubicBezTo>
                      <a:pt x="107" y="69"/>
                      <a:pt x="84" y="92"/>
                      <a:pt x="92" y="77"/>
                    </a:cubicBezTo>
                    <a:cubicBezTo>
                      <a:pt x="101" y="63"/>
                      <a:pt x="115" y="0"/>
                      <a:pt x="75" y="2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</p:grpSp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23427D9F-ECD9-F84D-B7F7-D115BD72314B}"/>
                </a:ext>
              </a:extLst>
            </p:cNvPr>
            <p:cNvGrpSpPr/>
            <p:nvPr/>
          </p:nvGrpSpPr>
          <p:grpSpPr>
            <a:xfrm>
              <a:off x="3827713" y="1617224"/>
              <a:ext cx="6757994" cy="3972046"/>
              <a:chOff x="2990949" y="632083"/>
              <a:chExt cx="6757994" cy="3972046"/>
            </a:xfrm>
          </p:grpSpPr>
          <p:sp>
            <p:nvSpPr>
              <p:cNvPr id="7" name="Oval 13">
                <a:extLst>
                  <a:ext uri="{FF2B5EF4-FFF2-40B4-BE49-F238E27FC236}">
                    <a16:creationId xmlns:a16="http://schemas.microsoft.com/office/drawing/2014/main" id="{D6BE1AED-E65D-5540-A56A-B9B0FDDBDD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8964" y="2679134"/>
                <a:ext cx="289233" cy="289233"/>
              </a:xfrm>
              <a:prstGeom prst="ellipse">
                <a:avLst/>
              </a:prstGeom>
              <a:solidFill>
                <a:srgbClr val="E6443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 dirty="0"/>
              </a:p>
            </p:txBody>
          </p:sp>
          <p:sp>
            <p:nvSpPr>
              <p:cNvPr id="76" name="Oval 13">
                <a:extLst>
                  <a:ext uri="{FF2B5EF4-FFF2-40B4-BE49-F238E27FC236}">
                    <a16:creationId xmlns:a16="http://schemas.microsoft.com/office/drawing/2014/main" id="{C84F04AB-BA24-714C-876A-5FEF3DE3EA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0145" y="4090893"/>
                <a:ext cx="289233" cy="289233"/>
              </a:xfrm>
              <a:prstGeom prst="ellipse">
                <a:avLst/>
              </a:prstGeom>
              <a:solidFill>
                <a:srgbClr val="E6443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 dirty="0"/>
              </a:p>
            </p:txBody>
          </p:sp>
          <p:sp>
            <p:nvSpPr>
              <p:cNvPr id="73" name="Oval 13">
                <a:extLst>
                  <a:ext uri="{FF2B5EF4-FFF2-40B4-BE49-F238E27FC236}">
                    <a16:creationId xmlns:a16="http://schemas.microsoft.com/office/drawing/2014/main" id="{0CAB4593-51CD-7648-B1BF-399254E80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4265" y="3025192"/>
                <a:ext cx="289233" cy="289233"/>
              </a:xfrm>
              <a:prstGeom prst="ellipse">
                <a:avLst/>
              </a:prstGeom>
              <a:solidFill>
                <a:srgbClr val="E6443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 dirty="0"/>
              </a:p>
            </p:txBody>
          </p:sp>
          <p:sp>
            <p:nvSpPr>
              <p:cNvPr id="58" name="Oval 13">
                <a:extLst>
                  <a:ext uri="{FF2B5EF4-FFF2-40B4-BE49-F238E27FC236}">
                    <a16:creationId xmlns:a16="http://schemas.microsoft.com/office/drawing/2014/main" id="{4D960D32-EC16-6E4E-98A8-1E08F2E76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0895" y="3032074"/>
                <a:ext cx="289233" cy="289233"/>
              </a:xfrm>
              <a:prstGeom prst="ellipse">
                <a:avLst/>
              </a:prstGeom>
              <a:solidFill>
                <a:srgbClr val="E6443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997A8BE-4369-7941-ACFB-F8D5E00C29D4}"/>
                  </a:ext>
                </a:extLst>
              </p:cNvPr>
              <p:cNvSpPr/>
              <p:nvPr/>
            </p:nvSpPr>
            <p:spPr>
              <a:xfrm>
                <a:off x="7984244" y="632083"/>
                <a:ext cx="1764699" cy="176469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17" name="Freeform 3">
                <a:extLst>
                  <a:ext uri="{FF2B5EF4-FFF2-40B4-BE49-F238E27FC236}">
                    <a16:creationId xmlns:a16="http://schemas.microsoft.com/office/drawing/2014/main" id="{2B470447-12DD-D245-8823-EE0C7FB0F3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25420" y="851756"/>
                <a:ext cx="1411759" cy="1403852"/>
              </a:xfrm>
              <a:custGeom>
                <a:avLst/>
                <a:gdLst/>
                <a:ahLst/>
                <a:cxnLst>
                  <a:cxn ang="0">
                    <a:pos x="1407" y="945"/>
                  </a:cxn>
                  <a:cxn ang="0">
                    <a:pos x="1109" y="715"/>
                  </a:cxn>
                  <a:cxn ang="0">
                    <a:pos x="1232" y="1124"/>
                  </a:cxn>
                  <a:cxn ang="0">
                    <a:pos x="1053" y="1283"/>
                  </a:cxn>
                  <a:cxn ang="0">
                    <a:pos x="918" y="1299"/>
                  </a:cxn>
                  <a:cxn ang="0">
                    <a:pos x="655" y="1224"/>
                  </a:cxn>
                  <a:cxn ang="0">
                    <a:pos x="333" y="1236"/>
                  </a:cxn>
                  <a:cxn ang="0">
                    <a:pos x="51" y="1347"/>
                  </a:cxn>
                  <a:cxn ang="0">
                    <a:pos x="22" y="1574"/>
                  </a:cxn>
                  <a:cxn ang="0">
                    <a:pos x="239" y="1763"/>
                  </a:cxn>
                  <a:cxn ang="0">
                    <a:pos x="666" y="1938"/>
                  </a:cxn>
                  <a:cxn ang="0">
                    <a:pos x="923" y="2132"/>
                  </a:cxn>
                  <a:cxn ang="0">
                    <a:pos x="1162" y="2582"/>
                  </a:cxn>
                  <a:cxn ang="0">
                    <a:pos x="1278" y="2726"/>
                  </a:cxn>
                  <a:cxn ang="0">
                    <a:pos x="1273" y="2808"/>
                  </a:cxn>
                  <a:cxn ang="0">
                    <a:pos x="1459" y="3163"/>
                  </a:cxn>
                  <a:cxn ang="0">
                    <a:pos x="1284" y="3253"/>
                  </a:cxn>
                  <a:cxn ang="0">
                    <a:pos x="1241" y="3600"/>
                  </a:cxn>
                  <a:cxn ang="0">
                    <a:pos x="1090" y="4324"/>
                  </a:cxn>
                  <a:cxn ang="0">
                    <a:pos x="1180" y="4457"/>
                  </a:cxn>
                  <a:cxn ang="0">
                    <a:pos x="1459" y="4587"/>
                  </a:cxn>
                  <a:cxn ang="0">
                    <a:pos x="1965" y="4679"/>
                  </a:cxn>
                  <a:cxn ang="0">
                    <a:pos x="2328" y="4684"/>
                  </a:cxn>
                  <a:cxn ang="0">
                    <a:pos x="2707" y="4836"/>
                  </a:cxn>
                  <a:cxn ang="0">
                    <a:pos x="3055" y="4465"/>
                  </a:cxn>
                  <a:cxn ang="0">
                    <a:pos x="3556" y="4207"/>
                  </a:cxn>
                  <a:cxn ang="0">
                    <a:pos x="3932" y="4274"/>
                  </a:cxn>
                  <a:cxn ang="0">
                    <a:pos x="4224" y="4382"/>
                  </a:cxn>
                  <a:cxn ang="0">
                    <a:pos x="4489" y="4428"/>
                  </a:cxn>
                  <a:cxn ang="0">
                    <a:pos x="4693" y="4274"/>
                  </a:cxn>
                  <a:cxn ang="0">
                    <a:pos x="4945" y="4075"/>
                  </a:cxn>
                  <a:cxn ang="0">
                    <a:pos x="5051" y="3916"/>
                  </a:cxn>
                  <a:cxn ang="0">
                    <a:pos x="4804" y="3770"/>
                  </a:cxn>
                  <a:cxn ang="0">
                    <a:pos x="4733" y="3630"/>
                  </a:cxn>
                  <a:cxn ang="0">
                    <a:pos x="4778" y="3425"/>
                  </a:cxn>
                  <a:cxn ang="0">
                    <a:pos x="4741" y="3237"/>
                  </a:cxn>
                  <a:cxn ang="0">
                    <a:pos x="4709" y="2975"/>
                  </a:cxn>
                  <a:cxn ang="0">
                    <a:pos x="4666" y="2669"/>
                  </a:cxn>
                  <a:cxn ang="0">
                    <a:pos x="4422" y="2669"/>
                  </a:cxn>
                  <a:cxn ang="0">
                    <a:pos x="4377" y="2601"/>
                  </a:cxn>
                  <a:cxn ang="0">
                    <a:pos x="4510" y="2262"/>
                  </a:cxn>
                  <a:cxn ang="0">
                    <a:pos x="4682" y="2005"/>
                  </a:cxn>
                  <a:cxn ang="0">
                    <a:pos x="4889" y="1906"/>
                  </a:cxn>
                  <a:cxn ang="0">
                    <a:pos x="4908" y="1684"/>
                  </a:cxn>
                  <a:cxn ang="0">
                    <a:pos x="5014" y="1252"/>
                  </a:cxn>
                  <a:cxn ang="0">
                    <a:pos x="5006" y="1058"/>
                  </a:cxn>
                  <a:cxn ang="0">
                    <a:pos x="4794" y="1010"/>
                  </a:cxn>
                  <a:cxn ang="0">
                    <a:pos x="4552" y="1016"/>
                  </a:cxn>
                  <a:cxn ang="0">
                    <a:pos x="4454" y="886"/>
                  </a:cxn>
                  <a:cxn ang="0">
                    <a:pos x="4208" y="857"/>
                  </a:cxn>
                  <a:cxn ang="0">
                    <a:pos x="3972" y="796"/>
                  </a:cxn>
                  <a:cxn ang="0">
                    <a:pos x="3768" y="621"/>
                  </a:cxn>
                  <a:cxn ang="0">
                    <a:pos x="3680" y="546"/>
                  </a:cxn>
                  <a:cxn ang="0">
                    <a:pos x="3511" y="523"/>
                  </a:cxn>
                  <a:cxn ang="0">
                    <a:pos x="3325" y="432"/>
                  </a:cxn>
                  <a:cxn ang="0">
                    <a:pos x="2986" y="173"/>
                  </a:cxn>
                  <a:cxn ang="0">
                    <a:pos x="2872" y="8"/>
                  </a:cxn>
                  <a:cxn ang="0">
                    <a:pos x="2511" y="488"/>
                  </a:cxn>
                  <a:cxn ang="0">
                    <a:pos x="1908" y="922"/>
                  </a:cxn>
                </a:cxnLst>
                <a:rect l="0" t="0" r="r" b="b"/>
                <a:pathLst>
                  <a:path w="5154" h="4906">
                    <a:moveTo>
                      <a:pt x="1908" y="922"/>
                    </a:moveTo>
                    <a:cubicBezTo>
                      <a:pt x="1908" y="922"/>
                      <a:pt x="1872" y="953"/>
                      <a:pt x="1832" y="965"/>
                    </a:cubicBezTo>
                    <a:cubicBezTo>
                      <a:pt x="1793" y="977"/>
                      <a:pt x="1717" y="942"/>
                      <a:pt x="1661" y="943"/>
                    </a:cubicBezTo>
                    <a:cubicBezTo>
                      <a:pt x="1606" y="945"/>
                      <a:pt x="1518" y="922"/>
                      <a:pt x="1502" y="922"/>
                    </a:cubicBezTo>
                    <a:cubicBezTo>
                      <a:pt x="1486" y="922"/>
                      <a:pt x="1463" y="922"/>
                      <a:pt x="1463" y="922"/>
                    </a:cubicBezTo>
                    <a:cubicBezTo>
                      <a:pt x="1407" y="945"/>
                      <a:pt x="1407" y="945"/>
                      <a:pt x="1407" y="945"/>
                    </a:cubicBezTo>
                    <a:cubicBezTo>
                      <a:pt x="1407" y="945"/>
                      <a:pt x="1399" y="858"/>
                      <a:pt x="1359" y="830"/>
                    </a:cubicBezTo>
                    <a:cubicBezTo>
                      <a:pt x="1319" y="802"/>
                      <a:pt x="1359" y="782"/>
                      <a:pt x="1359" y="782"/>
                    </a:cubicBezTo>
                    <a:cubicBezTo>
                      <a:pt x="1371" y="751"/>
                      <a:pt x="1371" y="751"/>
                      <a:pt x="1371" y="751"/>
                    </a:cubicBezTo>
                    <a:cubicBezTo>
                      <a:pt x="1371" y="751"/>
                      <a:pt x="1256" y="727"/>
                      <a:pt x="1244" y="751"/>
                    </a:cubicBezTo>
                    <a:cubicBezTo>
                      <a:pt x="1232" y="774"/>
                      <a:pt x="1204" y="745"/>
                      <a:pt x="1184" y="740"/>
                    </a:cubicBezTo>
                    <a:cubicBezTo>
                      <a:pt x="1164" y="735"/>
                      <a:pt x="1109" y="715"/>
                      <a:pt x="1109" y="715"/>
                    </a:cubicBezTo>
                    <a:cubicBezTo>
                      <a:pt x="1109" y="715"/>
                      <a:pt x="1081" y="715"/>
                      <a:pt x="1109" y="743"/>
                    </a:cubicBezTo>
                    <a:cubicBezTo>
                      <a:pt x="1136" y="771"/>
                      <a:pt x="1140" y="786"/>
                      <a:pt x="1129" y="810"/>
                    </a:cubicBezTo>
                    <a:cubicBezTo>
                      <a:pt x="1117" y="834"/>
                      <a:pt x="1109" y="854"/>
                      <a:pt x="1121" y="886"/>
                    </a:cubicBezTo>
                    <a:cubicBezTo>
                      <a:pt x="1133" y="918"/>
                      <a:pt x="1180" y="945"/>
                      <a:pt x="1180" y="945"/>
                    </a:cubicBezTo>
                    <a:cubicBezTo>
                      <a:pt x="1180" y="945"/>
                      <a:pt x="1172" y="1001"/>
                      <a:pt x="1188" y="1029"/>
                    </a:cubicBezTo>
                    <a:cubicBezTo>
                      <a:pt x="1204" y="1057"/>
                      <a:pt x="1228" y="1085"/>
                      <a:pt x="1232" y="1124"/>
                    </a:cubicBezTo>
                    <a:cubicBezTo>
                      <a:pt x="1236" y="1164"/>
                      <a:pt x="1212" y="1208"/>
                      <a:pt x="1212" y="1208"/>
                    </a:cubicBezTo>
                    <a:cubicBezTo>
                      <a:pt x="1212" y="1208"/>
                      <a:pt x="1228" y="1272"/>
                      <a:pt x="1248" y="1283"/>
                    </a:cubicBezTo>
                    <a:cubicBezTo>
                      <a:pt x="1268" y="1295"/>
                      <a:pt x="1292" y="1343"/>
                      <a:pt x="1248" y="1343"/>
                    </a:cubicBezTo>
                    <a:cubicBezTo>
                      <a:pt x="1204" y="1343"/>
                      <a:pt x="1113" y="1343"/>
                      <a:pt x="1113" y="1343"/>
                    </a:cubicBezTo>
                    <a:cubicBezTo>
                      <a:pt x="1113" y="1343"/>
                      <a:pt x="1072" y="1307"/>
                      <a:pt x="1096" y="1299"/>
                    </a:cubicBezTo>
                    <a:cubicBezTo>
                      <a:pt x="1121" y="1291"/>
                      <a:pt x="1053" y="1283"/>
                      <a:pt x="1053" y="1283"/>
                    </a:cubicBezTo>
                    <a:cubicBezTo>
                      <a:pt x="1053" y="1283"/>
                      <a:pt x="1021" y="1315"/>
                      <a:pt x="1009" y="1315"/>
                    </a:cubicBezTo>
                    <a:cubicBezTo>
                      <a:pt x="997" y="1315"/>
                      <a:pt x="997" y="1315"/>
                      <a:pt x="997" y="1315"/>
                    </a:cubicBezTo>
                    <a:cubicBezTo>
                      <a:pt x="997" y="1315"/>
                      <a:pt x="997" y="1315"/>
                      <a:pt x="997" y="1315"/>
                    </a:cubicBezTo>
                    <a:cubicBezTo>
                      <a:pt x="977" y="1315"/>
                      <a:pt x="977" y="1315"/>
                      <a:pt x="977" y="1315"/>
                    </a:cubicBezTo>
                    <a:cubicBezTo>
                      <a:pt x="942" y="1343"/>
                      <a:pt x="942" y="1343"/>
                      <a:pt x="942" y="1343"/>
                    </a:cubicBezTo>
                    <a:cubicBezTo>
                      <a:pt x="942" y="1343"/>
                      <a:pt x="993" y="1291"/>
                      <a:pt x="918" y="1299"/>
                    </a:cubicBezTo>
                    <a:cubicBezTo>
                      <a:pt x="842" y="1307"/>
                      <a:pt x="850" y="1287"/>
                      <a:pt x="842" y="1307"/>
                    </a:cubicBezTo>
                    <a:cubicBezTo>
                      <a:pt x="834" y="1327"/>
                      <a:pt x="814" y="1335"/>
                      <a:pt x="798" y="1343"/>
                    </a:cubicBezTo>
                    <a:cubicBezTo>
                      <a:pt x="783" y="1351"/>
                      <a:pt x="771" y="1375"/>
                      <a:pt x="771" y="1375"/>
                    </a:cubicBezTo>
                    <a:cubicBezTo>
                      <a:pt x="771" y="1375"/>
                      <a:pt x="743" y="1355"/>
                      <a:pt x="723" y="1335"/>
                    </a:cubicBezTo>
                    <a:cubicBezTo>
                      <a:pt x="703" y="1315"/>
                      <a:pt x="691" y="1280"/>
                      <a:pt x="691" y="1280"/>
                    </a:cubicBezTo>
                    <a:cubicBezTo>
                      <a:pt x="691" y="1280"/>
                      <a:pt x="663" y="1248"/>
                      <a:pt x="655" y="1224"/>
                    </a:cubicBezTo>
                    <a:cubicBezTo>
                      <a:pt x="647" y="1200"/>
                      <a:pt x="643" y="1160"/>
                      <a:pt x="588" y="1164"/>
                    </a:cubicBezTo>
                    <a:cubicBezTo>
                      <a:pt x="532" y="1168"/>
                      <a:pt x="484" y="1180"/>
                      <a:pt x="484" y="1180"/>
                    </a:cubicBezTo>
                    <a:cubicBezTo>
                      <a:pt x="484" y="1180"/>
                      <a:pt x="425" y="1172"/>
                      <a:pt x="413" y="1184"/>
                    </a:cubicBezTo>
                    <a:cubicBezTo>
                      <a:pt x="401" y="1196"/>
                      <a:pt x="413" y="1236"/>
                      <a:pt x="413" y="1236"/>
                    </a:cubicBezTo>
                    <a:cubicBezTo>
                      <a:pt x="407" y="1272"/>
                      <a:pt x="407" y="1272"/>
                      <a:pt x="407" y="1272"/>
                    </a:cubicBezTo>
                    <a:cubicBezTo>
                      <a:pt x="407" y="1272"/>
                      <a:pt x="393" y="1232"/>
                      <a:pt x="333" y="1236"/>
                    </a:cubicBezTo>
                    <a:cubicBezTo>
                      <a:pt x="274" y="1240"/>
                      <a:pt x="297" y="1260"/>
                      <a:pt x="285" y="1264"/>
                    </a:cubicBezTo>
                    <a:cubicBezTo>
                      <a:pt x="274" y="1268"/>
                      <a:pt x="238" y="1240"/>
                      <a:pt x="238" y="1240"/>
                    </a:cubicBezTo>
                    <a:cubicBezTo>
                      <a:pt x="238" y="1240"/>
                      <a:pt x="154" y="1236"/>
                      <a:pt x="142" y="1248"/>
                    </a:cubicBezTo>
                    <a:cubicBezTo>
                      <a:pt x="130" y="1260"/>
                      <a:pt x="95" y="1260"/>
                      <a:pt x="95" y="1260"/>
                    </a:cubicBezTo>
                    <a:cubicBezTo>
                      <a:pt x="95" y="1260"/>
                      <a:pt x="63" y="1248"/>
                      <a:pt x="51" y="1268"/>
                    </a:cubicBezTo>
                    <a:cubicBezTo>
                      <a:pt x="39" y="1287"/>
                      <a:pt x="75" y="1315"/>
                      <a:pt x="51" y="1347"/>
                    </a:cubicBezTo>
                    <a:cubicBezTo>
                      <a:pt x="27" y="1379"/>
                      <a:pt x="43" y="1423"/>
                      <a:pt x="71" y="1431"/>
                    </a:cubicBezTo>
                    <a:cubicBezTo>
                      <a:pt x="99" y="1439"/>
                      <a:pt x="83" y="1458"/>
                      <a:pt x="83" y="1458"/>
                    </a:cubicBezTo>
                    <a:cubicBezTo>
                      <a:pt x="39" y="1458"/>
                      <a:pt x="39" y="1458"/>
                      <a:pt x="39" y="1458"/>
                    </a:cubicBezTo>
                    <a:cubicBezTo>
                      <a:pt x="39" y="1458"/>
                      <a:pt x="0" y="1490"/>
                      <a:pt x="39" y="1490"/>
                    </a:cubicBezTo>
                    <a:cubicBezTo>
                      <a:pt x="79" y="1490"/>
                      <a:pt x="126" y="1514"/>
                      <a:pt x="107" y="1542"/>
                    </a:cubicBezTo>
                    <a:cubicBezTo>
                      <a:pt x="87" y="1570"/>
                      <a:pt x="16" y="1558"/>
                      <a:pt x="22" y="1574"/>
                    </a:cubicBezTo>
                    <a:cubicBezTo>
                      <a:pt x="27" y="1590"/>
                      <a:pt x="55" y="1657"/>
                      <a:pt x="51" y="1677"/>
                    </a:cubicBezTo>
                    <a:cubicBezTo>
                      <a:pt x="47" y="1697"/>
                      <a:pt x="39" y="1725"/>
                      <a:pt x="39" y="1725"/>
                    </a:cubicBezTo>
                    <a:cubicBezTo>
                      <a:pt x="39" y="1725"/>
                      <a:pt x="79" y="1709"/>
                      <a:pt x="95" y="1725"/>
                    </a:cubicBezTo>
                    <a:cubicBezTo>
                      <a:pt x="95" y="1725"/>
                      <a:pt x="136" y="1758"/>
                      <a:pt x="141" y="1725"/>
                    </a:cubicBezTo>
                    <a:cubicBezTo>
                      <a:pt x="146" y="1692"/>
                      <a:pt x="178" y="1689"/>
                      <a:pt x="205" y="1716"/>
                    </a:cubicBezTo>
                    <a:cubicBezTo>
                      <a:pt x="231" y="1742"/>
                      <a:pt x="207" y="1763"/>
                      <a:pt x="239" y="1763"/>
                    </a:cubicBezTo>
                    <a:cubicBezTo>
                      <a:pt x="271" y="1763"/>
                      <a:pt x="332" y="1750"/>
                      <a:pt x="393" y="1787"/>
                    </a:cubicBezTo>
                    <a:cubicBezTo>
                      <a:pt x="454" y="1824"/>
                      <a:pt x="528" y="1872"/>
                      <a:pt x="525" y="1904"/>
                    </a:cubicBezTo>
                    <a:cubicBezTo>
                      <a:pt x="523" y="1936"/>
                      <a:pt x="544" y="1962"/>
                      <a:pt x="555" y="1949"/>
                    </a:cubicBezTo>
                    <a:cubicBezTo>
                      <a:pt x="565" y="1936"/>
                      <a:pt x="565" y="1936"/>
                      <a:pt x="565" y="1936"/>
                    </a:cubicBezTo>
                    <a:cubicBezTo>
                      <a:pt x="565" y="1936"/>
                      <a:pt x="552" y="1883"/>
                      <a:pt x="568" y="1885"/>
                    </a:cubicBezTo>
                    <a:cubicBezTo>
                      <a:pt x="584" y="1888"/>
                      <a:pt x="666" y="1938"/>
                      <a:pt x="666" y="1938"/>
                    </a:cubicBezTo>
                    <a:cubicBezTo>
                      <a:pt x="666" y="1938"/>
                      <a:pt x="783" y="1928"/>
                      <a:pt x="788" y="1941"/>
                    </a:cubicBezTo>
                    <a:cubicBezTo>
                      <a:pt x="793" y="1954"/>
                      <a:pt x="772" y="1981"/>
                      <a:pt x="775" y="2015"/>
                    </a:cubicBezTo>
                    <a:cubicBezTo>
                      <a:pt x="777" y="2050"/>
                      <a:pt x="767" y="2076"/>
                      <a:pt x="785" y="2074"/>
                    </a:cubicBezTo>
                    <a:cubicBezTo>
                      <a:pt x="804" y="2071"/>
                      <a:pt x="844" y="2061"/>
                      <a:pt x="849" y="2074"/>
                    </a:cubicBezTo>
                    <a:cubicBezTo>
                      <a:pt x="854" y="2087"/>
                      <a:pt x="889" y="2105"/>
                      <a:pt x="902" y="2100"/>
                    </a:cubicBezTo>
                    <a:cubicBezTo>
                      <a:pt x="915" y="2095"/>
                      <a:pt x="939" y="2119"/>
                      <a:pt x="923" y="2132"/>
                    </a:cubicBezTo>
                    <a:cubicBezTo>
                      <a:pt x="907" y="2145"/>
                      <a:pt x="870" y="2145"/>
                      <a:pt x="878" y="2166"/>
                    </a:cubicBezTo>
                    <a:cubicBezTo>
                      <a:pt x="886" y="2188"/>
                      <a:pt x="910" y="2150"/>
                      <a:pt x="928" y="2166"/>
                    </a:cubicBezTo>
                    <a:cubicBezTo>
                      <a:pt x="947" y="2182"/>
                      <a:pt x="1001" y="2190"/>
                      <a:pt x="965" y="2233"/>
                    </a:cubicBezTo>
                    <a:cubicBezTo>
                      <a:pt x="928" y="2275"/>
                      <a:pt x="875" y="2312"/>
                      <a:pt x="939" y="2357"/>
                    </a:cubicBezTo>
                    <a:cubicBezTo>
                      <a:pt x="1003" y="2402"/>
                      <a:pt x="1005" y="2463"/>
                      <a:pt x="1034" y="2500"/>
                    </a:cubicBezTo>
                    <a:cubicBezTo>
                      <a:pt x="1064" y="2537"/>
                      <a:pt x="1143" y="2575"/>
                      <a:pt x="1162" y="2582"/>
                    </a:cubicBezTo>
                    <a:cubicBezTo>
                      <a:pt x="1180" y="2590"/>
                      <a:pt x="1270" y="2654"/>
                      <a:pt x="1284" y="2654"/>
                    </a:cubicBezTo>
                    <a:cubicBezTo>
                      <a:pt x="1297" y="2654"/>
                      <a:pt x="1342" y="2683"/>
                      <a:pt x="1294" y="2694"/>
                    </a:cubicBezTo>
                    <a:cubicBezTo>
                      <a:pt x="1246" y="2704"/>
                      <a:pt x="1228" y="2684"/>
                      <a:pt x="1204" y="2669"/>
                    </a:cubicBezTo>
                    <a:cubicBezTo>
                      <a:pt x="1180" y="2654"/>
                      <a:pt x="1143" y="2647"/>
                      <a:pt x="1146" y="2669"/>
                    </a:cubicBezTo>
                    <a:cubicBezTo>
                      <a:pt x="1148" y="2691"/>
                      <a:pt x="1201" y="2710"/>
                      <a:pt x="1209" y="2710"/>
                    </a:cubicBezTo>
                    <a:cubicBezTo>
                      <a:pt x="1217" y="2710"/>
                      <a:pt x="1262" y="2715"/>
                      <a:pt x="1278" y="2726"/>
                    </a:cubicBezTo>
                    <a:cubicBezTo>
                      <a:pt x="1294" y="2736"/>
                      <a:pt x="1382" y="2779"/>
                      <a:pt x="1358" y="2789"/>
                    </a:cubicBezTo>
                    <a:cubicBezTo>
                      <a:pt x="1334" y="2800"/>
                      <a:pt x="1315" y="2808"/>
                      <a:pt x="1315" y="2808"/>
                    </a:cubicBezTo>
                    <a:cubicBezTo>
                      <a:pt x="1315" y="2808"/>
                      <a:pt x="1347" y="2856"/>
                      <a:pt x="1310" y="2890"/>
                    </a:cubicBezTo>
                    <a:cubicBezTo>
                      <a:pt x="1310" y="2890"/>
                      <a:pt x="1278" y="2932"/>
                      <a:pt x="1278" y="2903"/>
                    </a:cubicBezTo>
                    <a:cubicBezTo>
                      <a:pt x="1278" y="2874"/>
                      <a:pt x="1278" y="2850"/>
                      <a:pt x="1278" y="2850"/>
                    </a:cubicBezTo>
                    <a:cubicBezTo>
                      <a:pt x="1278" y="2850"/>
                      <a:pt x="1292" y="2816"/>
                      <a:pt x="1273" y="2808"/>
                    </a:cubicBezTo>
                    <a:cubicBezTo>
                      <a:pt x="1254" y="2800"/>
                      <a:pt x="1225" y="2795"/>
                      <a:pt x="1220" y="2781"/>
                    </a:cubicBezTo>
                    <a:cubicBezTo>
                      <a:pt x="1215" y="2768"/>
                      <a:pt x="1196" y="2752"/>
                      <a:pt x="1199" y="2808"/>
                    </a:cubicBezTo>
                    <a:cubicBezTo>
                      <a:pt x="1201" y="2863"/>
                      <a:pt x="1233" y="2840"/>
                      <a:pt x="1244" y="2866"/>
                    </a:cubicBezTo>
                    <a:cubicBezTo>
                      <a:pt x="1254" y="2893"/>
                      <a:pt x="1252" y="2924"/>
                      <a:pt x="1268" y="2962"/>
                    </a:cubicBezTo>
                    <a:cubicBezTo>
                      <a:pt x="1284" y="2999"/>
                      <a:pt x="1321" y="3004"/>
                      <a:pt x="1326" y="3015"/>
                    </a:cubicBezTo>
                    <a:cubicBezTo>
                      <a:pt x="1331" y="3025"/>
                      <a:pt x="1453" y="3089"/>
                      <a:pt x="1459" y="3163"/>
                    </a:cubicBezTo>
                    <a:cubicBezTo>
                      <a:pt x="1464" y="3237"/>
                      <a:pt x="1490" y="3346"/>
                      <a:pt x="1477" y="3325"/>
                    </a:cubicBezTo>
                    <a:cubicBezTo>
                      <a:pt x="1464" y="3304"/>
                      <a:pt x="1461" y="3240"/>
                      <a:pt x="1432" y="3192"/>
                    </a:cubicBezTo>
                    <a:cubicBezTo>
                      <a:pt x="1403" y="3144"/>
                      <a:pt x="1347" y="3115"/>
                      <a:pt x="1342" y="3097"/>
                    </a:cubicBezTo>
                    <a:cubicBezTo>
                      <a:pt x="1337" y="3078"/>
                      <a:pt x="1350" y="3041"/>
                      <a:pt x="1337" y="3046"/>
                    </a:cubicBezTo>
                    <a:cubicBezTo>
                      <a:pt x="1323" y="3052"/>
                      <a:pt x="1297" y="3060"/>
                      <a:pt x="1297" y="3086"/>
                    </a:cubicBezTo>
                    <a:cubicBezTo>
                      <a:pt x="1297" y="3113"/>
                      <a:pt x="1284" y="3240"/>
                      <a:pt x="1284" y="3253"/>
                    </a:cubicBezTo>
                    <a:cubicBezTo>
                      <a:pt x="1284" y="3266"/>
                      <a:pt x="1223" y="3489"/>
                      <a:pt x="1223" y="3547"/>
                    </a:cubicBezTo>
                    <a:cubicBezTo>
                      <a:pt x="1223" y="3606"/>
                      <a:pt x="1254" y="3518"/>
                      <a:pt x="1265" y="3513"/>
                    </a:cubicBezTo>
                    <a:cubicBezTo>
                      <a:pt x="1276" y="3508"/>
                      <a:pt x="1345" y="3539"/>
                      <a:pt x="1318" y="3555"/>
                    </a:cubicBezTo>
                    <a:cubicBezTo>
                      <a:pt x="1292" y="3571"/>
                      <a:pt x="1273" y="3567"/>
                      <a:pt x="1273" y="3567"/>
                    </a:cubicBezTo>
                    <a:cubicBezTo>
                      <a:pt x="1273" y="3567"/>
                      <a:pt x="1257" y="3564"/>
                      <a:pt x="1257" y="3568"/>
                    </a:cubicBezTo>
                    <a:cubicBezTo>
                      <a:pt x="1257" y="3571"/>
                      <a:pt x="1241" y="3600"/>
                      <a:pt x="1241" y="3600"/>
                    </a:cubicBezTo>
                    <a:cubicBezTo>
                      <a:pt x="1241" y="3600"/>
                      <a:pt x="1188" y="4083"/>
                      <a:pt x="1072" y="4181"/>
                    </a:cubicBezTo>
                    <a:cubicBezTo>
                      <a:pt x="1072" y="4181"/>
                      <a:pt x="1021" y="4250"/>
                      <a:pt x="984" y="4258"/>
                    </a:cubicBezTo>
                    <a:cubicBezTo>
                      <a:pt x="947" y="4266"/>
                      <a:pt x="955" y="4295"/>
                      <a:pt x="979" y="4298"/>
                    </a:cubicBezTo>
                    <a:cubicBezTo>
                      <a:pt x="1003" y="4300"/>
                      <a:pt x="1016" y="4298"/>
                      <a:pt x="1016" y="4298"/>
                    </a:cubicBezTo>
                    <a:cubicBezTo>
                      <a:pt x="1016" y="4298"/>
                      <a:pt x="1008" y="4324"/>
                      <a:pt x="1016" y="4324"/>
                    </a:cubicBezTo>
                    <a:cubicBezTo>
                      <a:pt x="1024" y="4324"/>
                      <a:pt x="1061" y="4335"/>
                      <a:pt x="1090" y="4324"/>
                    </a:cubicBezTo>
                    <a:cubicBezTo>
                      <a:pt x="1119" y="4314"/>
                      <a:pt x="1125" y="4335"/>
                      <a:pt x="1119" y="4353"/>
                    </a:cubicBezTo>
                    <a:cubicBezTo>
                      <a:pt x="1114" y="4372"/>
                      <a:pt x="1087" y="4414"/>
                      <a:pt x="1087" y="4414"/>
                    </a:cubicBezTo>
                    <a:cubicBezTo>
                      <a:pt x="1087" y="4414"/>
                      <a:pt x="1077" y="4428"/>
                      <a:pt x="1098" y="4451"/>
                    </a:cubicBezTo>
                    <a:cubicBezTo>
                      <a:pt x="1119" y="4475"/>
                      <a:pt x="1138" y="4478"/>
                      <a:pt x="1138" y="4462"/>
                    </a:cubicBezTo>
                    <a:cubicBezTo>
                      <a:pt x="1138" y="4446"/>
                      <a:pt x="1143" y="4412"/>
                      <a:pt x="1156" y="4425"/>
                    </a:cubicBezTo>
                    <a:cubicBezTo>
                      <a:pt x="1170" y="4438"/>
                      <a:pt x="1180" y="4457"/>
                      <a:pt x="1180" y="4457"/>
                    </a:cubicBezTo>
                    <a:cubicBezTo>
                      <a:pt x="1220" y="4457"/>
                      <a:pt x="1220" y="4457"/>
                      <a:pt x="1220" y="4457"/>
                    </a:cubicBezTo>
                    <a:cubicBezTo>
                      <a:pt x="1225" y="4483"/>
                      <a:pt x="1225" y="4483"/>
                      <a:pt x="1225" y="4483"/>
                    </a:cubicBezTo>
                    <a:cubicBezTo>
                      <a:pt x="1225" y="4483"/>
                      <a:pt x="1260" y="4478"/>
                      <a:pt x="1284" y="4496"/>
                    </a:cubicBezTo>
                    <a:cubicBezTo>
                      <a:pt x="1307" y="4515"/>
                      <a:pt x="1350" y="4504"/>
                      <a:pt x="1382" y="4515"/>
                    </a:cubicBezTo>
                    <a:cubicBezTo>
                      <a:pt x="1414" y="4526"/>
                      <a:pt x="1416" y="4573"/>
                      <a:pt x="1416" y="4573"/>
                    </a:cubicBezTo>
                    <a:cubicBezTo>
                      <a:pt x="1416" y="4573"/>
                      <a:pt x="1440" y="4557"/>
                      <a:pt x="1459" y="4587"/>
                    </a:cubicBezTo>
                    <a:cubicBezTo>
                      <a:pt x="1477" y="4616"/>
                      <a:pt x="1496" y="4613"/>
                      <a:pt x="1522" y="4608"/>
                    </a:cubicBezTo>
                    <a:cubicBezTo>
                      <a:pt x="1549" y="4603"/>
                      <a:pt x="1578" y="4557"/>
                      <a:pt x="1604" y="4587"/>
                    </a:cubicBezTo>
                    <a:cubicBezTo>
                      <a:pt x="1631" y="4616"/>
                      <a:pt x="1657" y="4661"/>
                      <a:pt x="1700" y="4666"/>
                    </a:cubicBezTo>
                    <a:cubicBezTo>
                      <a:pt x="1742" y="4671"/>
                      <a:pt x="1801" y="4650"/>
                      <a:pt x="1801" y="4650"/>
                    </a:cubicBezTo>
                    <a:cubicBezTo>
                      <a:pt x="1801" y="4650"/>
                      <a:pt x="1811" y="4679"/>
                      <a:pt x="1840" y="4679"/>
                    </a:cubicBezTo>
                    <a:cubicBezTo>
                      <a:pt x="1869" y="4679"/>
                      <a:pt x="1917" y="4677"/>
                      <a:pt x="1965" y="4679"/>
                    </a:cubicBezTo>
                    <a:cubicBezTo>
                      <a:pt x="2013" y="4682"/>
                      <a:pt x="2039" y="4687"/>
                      <a:pt x="2042" y="4679"/>
                    </a:cubicBezTo>
                    <a:cubicBezTo>
                      <a:pt x="2044" y="4671"/>
                      <a:pt x="2029" y="4616"/>
                      <a:pt x="2042" y="4608"/>
                    </a:cubicBezTo>
                    <a:cubicBezTo>
                      <a:pt x="2055" y="4600"/>
                      <a:pt x="2039" y="4571"/>
                      <a:pt x="2076" y="4597"/>
                    </a:cubicBezTo>
                    <a:cubicBezTo>
                      <a:pt x="2113" y="4624"/>
                      <a:pt x="2121" y="4626"/>
                      <a:pt x="2169" y="4626"/>
                    </a:cubicBezTo>
                    <a:cubicBezTo>
                      <a:pt x="2217" y="4626"/>
                      <a:pt x="2235" y="4666"/>
                      <a:pt x="2246" y="4669"/>
                    </a:cubicBezTo>
                    <a:cubicBezTo>
                      <a:pt x="2257" y="4671"/>
                      <a:pt x="2310" y="4680"/>
                      <a:pt x="2328" y="4684"/>
                    </a:cubicBezTo>
                    <a:cubicBezTo>
                      <a:pt x="2347" y="4687"/>
                      <a:pt x="2357" y="4722"/>
                      <a:pt x="2376" y="4722"/>
                    </a:cubicBezTo>
                    <a:cubicBezTo>
                      <a:pt x="2394" y="4722"/>
                      <a:pt x="2458" y="4719"/>
                      <a:pt x="2477" y="4722"/>
                    </a:cubicBezTo>
                    <a:cubicBezTo>
                      <a:pt x="2495" y="4724"/>
                      <a:pt x="2461" y="4735"/>
                      <a:pt x="2498" y="4770"/>
                    </a:cubicBezTo>
                    <a:cubicBezTo>
                      <a:pt x="2535" y="4804"/>
                      <a:pt x="2575" y="4791"/>
                      <a:pt x="2585" y="4812"/>
                    </a:cubicBezTo>
                    <a:cubicBezTo>
                      <a:pt x="2596" y="4833"/>
                      <a:pt x="2575" y="4852"/>
                      <a:pt x="2601" y="4862"/>
                    </a:cubicBezTo>
                    <a:cubicBezTo>
                      <a:pt x="2628" y="4873"/>
                      <a:pt x="2662" y="4886"/>
                      <a:pt x="2707" y="4836"/>
                    </a:cubicBezTo>
                    <a:cubicBezTo>
                      <a:pt x="2752" y="4785"/>
                      <a:pt x="2787" y="4856"/>
                      <a:pt x="2834" y="4872"/>
                    </a:cubicBezTo>
                    <a:cubicBezTo>
                      <a:pt x="2882" y="4889"/>
                      <a:pt x="2898" y="4906"/>
                      <a:pt x="2946" y="4872"/>
                    </a:cubicBezTo>
                    <a:cubicBezTo>
                      <a:pt x="2994" y="4838"/>
                      <a:pt x="3023" y="4807"/>
                      <a:pt x="3060" y="4807"/>
                    </a:cubicBezTo>
                    <a:cubicBezTo>
                      <a:pt x="3097" y="4807"/>
                      <a:pt x="3092" y="4799"/>
                      <a:pt x="3092" y="4732"/>
                    </a:cubicBezTo>
                    <a:cubicBezTo>
                      <a:pt x="3092" y="4666"/>
                      <a:pt x="3092" y="4512"/>
                      <a:pt x="3092" y="4512"/>
                    </a:cubicBezTo>
                    <a:cubicBezTo>
                      <a:pt x="3092" y="4512"/>
                      <a:pt x="3060" y="4483"/>
                      <a:pt x="3055" y="4465"/>
                    </a:cubicBezTo>
                    <a:cubicBezTo>
                      <a:pt x="3049" y="4446"/>
                      <a:pt x="3063" y="4459"/>
                      <a:pt x="3092" y="4459"/>
                    </a:cubicBezTo>
                    <a:cubicBezTo>
                      <a:pt x="3121" y="4459"/>
                      <a:pt x="3131" y="4446"/>
                      <a:pt x="3142" y="4433"/>
                    </a:cubicBezTo>
                    <a:cubicBezTo>
                      <a:pt x="3153" y="4420"/>
                      <a:pt x="3147" y="4385"/>
                      <a:pt x="3169" y="4383"/>
                    </a:cubicBezTo>
                    <a:cubicBezTo>
                      <a:pt x="3190" y="4380"/>
                      <a:pt x="3227" y="4385"/>
                      <a:pt x="3256" y="4359"/>
                    </a:cubicBezTo>
                    <a:cubicBezTo>
                      <a:pt x="3285" y="4332"/>
                      <a:pt x="3285" y="4361"/>
                      <a:pt x="3325" y="4329"/>
                    </a:cubicBezTo>
                    <a:cubicBezTo>
                      <a:pt x="3365" y="4298"/>
                      <a:pt x="3540" y="4152"/>
                      <a:pt x="3556" y="4207"/>
                    </a:cubicBezTo>
                    <a:cubicBezTo>
                      <a:pt x="3571" y="4263"/>
                      <a:pt x="3590" y="4250"/>
                      <a:pt x="3625" y="4247"/>
                    </a:cubicBezTo>
                    <a:cubicBezTo>
                      <a:pt x="3659" y="4245"/>
                      <a:pt x="3794" y="4247"/>
                      <a:pt x="3778" y="4263"/>
                    </a:cubicBezTo>
                    <a:cubicBezTo>
                      <a:pt x="3762" y="4279"/>
                      <a:pt x="3733" y="4287"/>
                      <a:pt x="3744" y="4300"/>
                    </a:cubicBezTo>
                    <a:cubicBezTo>
                      <a:pt x="3754" y="4314"/>
                      <a:pt x="3858" y="4316"/>
                      <a:pt x="3858" y="4316"/>
                    </a:cubicBezTo>
                    <a:cubicBezTo>
                      <a:pt x="3858" y="4316"/>
                      <a:pt x="3943" y="4322"/>
                      <a:pt x="3903" y="4292"/>
                    </a:cubicBezTo>
                    <a:cubicBezTo>
                      <a:pt x="3863" y="4263"/>
                      <a:pt x="3895" y="4234"/>
                      <a:pt x="3932" y="4274"/>
                    </a:cubicBezTo>
                    <a:cubicBezTo>
                      <a:pt x="3932" y="4274"/>
                      <a:pt x="3945" y="4314"/>
                      <a:pt x="3996" y="4314"/>
                    </a:cubicBezTo>
                    <a:cubicBezTo>
                      <a:pt x="4046" y="4314"/>
                      <a:pt x="4059" y="4314"/>
                      <a:pt x="4059" y="4314"/>
                    </a:cubicBezTo>
                    <a:cubicBezTo>
                      <a:pt x="4059" y="4314"/>
                      <a:pt x="4110" y="4303"/>
                      <a:pt x="4096" y="4319"/>
                    </a:cubicBezTo>
                    <a:cubicBezTo>
                      <a:pt x="4083" y="4335"/>
                      <a:pt x="4106" y="4335"/>
                      <a:pt x="4099" y="4348"/>
                    </a:cubicBezTo>
                    <a:cubicBezTo>
                      <a:pt x="4091" y="4361"/>
                      <a:pt x="4070" y="4382"/>
                      <a:pt x="4080" y="4382"/>
                    </a:cubicBezTo>
                    <a:cubicBezTo>
                      <a:pt x="4091" y="4382"/>
                      <a:pt x="4194" y="4364"/>
                      <a:pt x="4224" y="4382"/>
                    </a:cubicBezTo>
                    <a:cubicBezTo>
                      <a:pt x="4253" y="4401"/>
                      <a:pt x="4269" y="4417"/>
                      <a:pt x="4290" y="4420"/>
                    </a:cubicBezTo>
                    <a:cubicBezTo>
                      <a:pt x="4290" y="4420"/>
                      <a:pt x="4277" y="4457"/>
                      <a:pt x="4330" y="4451"/>
                    </a:cubicBezTo>
                    <a:cubicBezTo>
                      <a:pt x="4383" y="4446"/>
                      <a:pt x="4377" y="4412"/>
                      <a:pt x="4433" y="4435"/>
                    </a:cubicBezTo>
                    <a:cubicBezTo>
                      <a:pt x="4489" y="4459"/>
                      <a:pt x="4412" y="4449"/>
                      <a:pt x="4433" y="4457"/>
                    </a:cubicBezTo>
                    <a:cubicBezTo>
                      <a:pt x="4454" y="4465"/>
                      <a:pt x="4489" y="4459"/>
                      <a:pt x="4489" y="4459"/>
                    </a:cubicBezTo>
                    <a:cubicBezTo>
                      <a:pt x="4489" y="4459"/>
                      <a:pt x="4486" y="4438"/>
                      <a:pt x="4489" y="4428"/>
                    </a:cubicBezTo>
                    <a:cubicBezTo>
                      <a:pt x="4491" y="4417"/>
                      <a:pt x="4534" y="4398"/>
                      <a:pt x="4542" y="4417"/>
                    </a:cubicBezTo>
                    <a:cubicBezTo>
                      <a:pt x="4550" y="4435"/>
                      <a:pt x="4560" y="4441"/>
                      <a:pt x="4568" y="4422"/>
                    </a:cubicBezTo>
                    <a:cubicBezTo>
                      <a:pt x="4576" y="4404"/>
                      <a:pt x="4576" y="4377"/>
                      <a:pt x="4619" y="4377"/>
                    </a:cubicBezTo>
                    <a:cubicBezTo>
                      <a:pt x="4661" y="4377"/>
                      <a:pt x="4709" y="4356"/>
                      <a:pt x="4709" y="4356"/>
                    </a:cubicBezTo>
                    <a:cubicBezTo>
                      <a:pt x="4709" y="4356"/>
                      <a:pt x="4693" y="4311"/>
                      <a:pt x="4685" y="4311"/>
                    </a:cubicBezTo>
                    <a:cubicBezTo>
                      <a:pt x="4677" y="4311"/>
                      <a:pt x="4677" y="4279"/>
                      <a:pt x="4693" y="4274"/>
                    </a:cubicBezTo>
                    <a:cubicBezTo>
                      <a:pt x="4709" y="4268"/>
                      <a:pt x="4661" y="4255"/>
                      <a:pt x="4709" y="4242"/>
                    </a:cubicBezTo>
                    <a:cubicBezTo>
                      <a:pt x="4757" y="4229"/>
                      <a:pt x="4764" y="4239"/>
                      <a:pt x="4788" y="4218"/>
                    </a:cubicBezTo>
                    <a:cubicBezTo>
                      <a:pt x="4812" y="4197"/>
                      <a:pt x="4788" y="4152"/>
                      <a:pt x="4817" y="4152"/>
                    </a:cubicBezTo>
                    <a:cubicBezTo>
                      <a:pt x="4847" y="4152"/>
                      <a:pt x="4868" y="4149"/>
                      <a:pt x="4881" y="4136"/>
                    </a:cubicBezTo>
                    <a:cubicBezTo>
                      <a:pt x="4894" y="4123"/>
                      <a:pt x="4881" y="4099"/>
                      <a:pt x="4897" y="4094"/>
                    </a:cubicBezTo>
                    <a:cubicBezTo>
                      <a:pt x="4913" y="4088"/>
                      <a:pt x="4931" y="4083"/>
                      <a:pt x="4945" y="4075"/>
                    </a:cubicBezTo>
                    <a:cubicBezTo>
                      <a:pt x="4958" y="4067"/>
                      <a:pt x="4979" y="4046"/>
                      <a:pt x="4979" y="4046"/>
                    </a:cubicBezTo>
                    <a:cubicBezTo>
                      <a:pt x="5008" y="4038"/>
                      <a:pt x="5008" y="4038"/>
                      <a:pt x="5008" y="4038"/>
                    </a:cubicBezTo>
                    <a:cubicBezTo>
                      <a:pt x="5008" y="4038"/>
                      <a:pt x="5083" y="4014"/>
                      <a:pt x="5059" y="3995"/>
                    </a:cubicBezTo>
                    <a:cubicBezTo>
                      <a:pt x="5035" y="3977"/>
                      <a:pt x="5030" y="3993"/>
                      <a:pt x="5035" y="3977"/>
                    </a:cubicBezTo>
                    <a:cubicBezTo>
                      <a:pt x="5040" y="3961"/>
                      <a:pt x="5051" y="3945"/>
                      <a:pt x="5051" y="3945"/>
                    </a:cubicBezTo>
                    <a:cubicBezTo>
                      <a:pt x="5051" y="3916"/>
                      <a:pt x="5051" y="3916"/>
                      <a:pt x="5051" y="3916"/>
                    </a:cubicBezTo>
                    <a:cubicBezTo>
                      <a:pt x="5080" y="3900"/>
                      <a:pt x="5080" y="3900"/>
                      <a:pt x="5080" y="3900"/>
                    </a:cubicBezTo>
                    <a:cubicBezTo>
                      <a:pt x="5080" y="3900"/>
                      <a:pt x="5117" y="3887"/>
                      <a:pt x="5114" y="3850"/>
                    </a:cubicBezTo>
                    <a:cubicBezTo>
                      <a:pt x="5112" y="3812"/>
                      <a:pt x="5085" y="3797"/>
                      <a:pt x="5085" y="3797"/>
                    </a:cubicBezTo>
                    <a:cubicBezTo>
                      <a:pt x="5085" y="3797"/>
                      <a:pt x="5104" y="3773"/>
                      <a:pt x="5053" y="3786"/>
                    </a:cubicBezTo>
                    <a:cubicBezTo>
                      <a:pt x="5003" y="3799"/>
                      <a:pt x="4931" y="3836"/>
                      <a:pt x="4924" y="3820"/>
                    </a:cubicBezTo>
                    <a:cubicBezTo>
                      <a:pt x="4916" y="3805"/>
                      <a:pt x="4881" y="3765"/>
                      <a:pt x="4804" y="3770"/>
                    </a:cubicBezTo>
                    <a:cubicBezTo>
                      <a:pt x="4804" y="3770"/>
                      <a:pt x="4796" y="3730"/>
                      <a:pt x="4783" y="3725"/>
                    </a:cubicBezTo>
                    <a:cubicBezTo>
                      <a:pt x="4770" y="3720"/>
                      <a:pt x="4770" y="3709"/>
                      <a:pt x="4762" y="3706"/>
                    </a:cubicBezTo>
                    <a:cubicBezTo>
                      <a:pt x="4754" y="3704"/>
                      <a:pt x="4754" y="3704"/>
                      <a:pt x="4754" y="3704"/>
                    </a:cubicBezTo>
                    <a:cubicBezTo>
                      <a:pt x="4754" y="3704"/>
                      <a:pt x="4751" y="3675"/>
                      <a:pt x="4759" y="3672"/>
                    </a:cubicBezTo>
                    <a:cubicBezTo>
                      <a:pt x="4767" y="3669"/>
                      <a:pt x="4767" y="3643"/>
                      <a:pt x="4767" y="3643"/>
                    </a:cubicBezTo>
                    <a:cubicBezTo>
                      <a:pt x="4733" y="3630"/>
                      <a:pt x="4733" y="3630"/>
                      <a:pt x="4733" y="3630"/>
                    </a:cubicBezTo>
                    <a:cubicBezTo>
                      <a:pt x="4733" y="3630"/>
                      <a:pt x="4714" y="3614"/>
                      <a:pt x="4735" y="3606"/>
                    </a:cubicBezTo>
                    <a:cubicBezTo>
                      <a:pt x="4757" y="3598"/>
                      <a:pt x="4767" y="3587"/>
                      <a:pt x="4770" y="3577"/>
                    </a:cubicBezTo>
                    <a:cubicBezTo>
                      <a:pt x="4772" y="3566"/>
                      <a:pt x="4770" y="3534"/>
                      <a:pt x="4770" y="3534"/>
                    </a:cubicBezTo>
                    <a:cubicBezTo>
                      <a:pt x="4812" y="3494"/>
                      <a:pt x="4812" y="3494"/>
                      <a:pt x="4812" y="3494"/>
                    </a:cubicBezTo>
                    <a:cubicBezTo>
                      <a:pt x="4780" y="3457"/>
                      <a:pt x="4780" y="3457"/>
                      <a:pt x="4780" y="3457"/>
                    </a:cubicBezTo>
                    <a:cubicBezTo>
                      <a:pt x="4780" y="3457"/>
                      <a:pt x="4804" y="3428"/>
                      <a:pt x="4778" y="3425"/>
                    </a:cubicBezTo>
                    <a:cubicBezTo>
                      <a:pt x="4751" y="3423"/>
                      <a:pt x="4690" y="3433"/>
                      <a:pt x="4690" y="3425"/>
                    </a:cubicBezTo>
                    <a:cubicBezTo>
                      <a:pt x="4690" y="3417"/>
                      <a:pt x="4677" y="3410"/>
                      <a:pt x="4677" y="3391"/>
                    </a:cubicBezTo>
                    <a:cubicBezTo>
                      <a:pt x="4677" y="3372"/>
                      <a:pt x="4685" y="3370"/>
                      <a:pt x="4666" y="3338"/>
                    </a:cubicBezTo>
                    <a:cubicBezTo>
                      <a:pt x="4643" y="3341"/>
                      <a:pt x="4643" y="3341"/>
                      <a:pt x="4643" y="3341"/>
                    </a:cubicBezTo>
                    <a:cubicBezTo>
                      <a:pt x="4643" y="3341"/>
                      <a:pt x="4584" y="3261"/>
                      <a:pt x="4682" y="3264"/>
                    </a:cubicBezTo>
                    <a:cubicBezTo>
                      <a:pt x="4682" y="3264"/>
                      <a:pt x="4711" y="3288"/>
                      <a:pt x="4741" y="3237"/>
                    </a:cubicBezTo>
                    <a:cubicBezTo>
                      <a:pt x="4770" y="3187"/>
                      <a:pt x="4799" y="3237"/>
                      <a:pt x="4815" y="3203"/>
                    </a:cubicBezTo>
                    <a:cubicBezTo>
                      <a:pt x="4831" y="3168"/>
                      <a:pt x="4817" y="3142"/>
                      <a:pt x="4820" y="3131"/>
                    </a:cubicBezTo>
                    <a:cubicBezTo>
                      <a:pt x="4823" y="3121"/>
                      <a:pt x="4828" y="3123"/>
                      <a:pt x="4812" y="3097"/>
                    </a:cubicBezTo>
                    <a:cubicBezTo>
                      <a:pt x="4796" y="3070"/>
                      <a:pt x="4759" y="3054"/>
                      <a:pt x="4751" y="3044"/>
                    </a:cubicBezTo>
                    <a:cubicBezTo>
                      <a:pt x="4743" y="3033"/>
                      <a:pt x="4741" y="2975"/>
                      <a:pt x="4741" y="2975"/>
                    </a:cubicBezTo>
                    <a:cubicBezTo>
                      <a:pt x="4709" y="2975"/>
                      <a:pt x="4709" y="2975"/>
                      <a:pt x="4709" y="2975"/>
                    </a:cubicBezTo>
                    <a:cubicBezTo>
                      <a:pt x="4709" y="2975"/>
                      <a:pt x="4658" y="2999"/>
                      <a:pt x="4677" y="2874"/>
                    </a:cubicBezTo>
                    <a:cubicBezTo>
                      <a:pt x="4677" y="2874"/>
                      <a:pt x="4759" y="2877"/>
                      <a:pt x="4759" y="2829"/>
                    </a:cubicBezTo>
                    <a:cubicBezTo>
                      <a:pt x="4759" y="2781"/>
                      <a:pt x="4703" y="2744"/>
                      <a:pt x="4703" y="2744"/>
                    </a:cubicBezTo>
                    <a:cubicBezTo>
                      <a:pt x="4682" y="2704"/>
                      <a:pt x="4682" y="2704"/>
                      <a:pt x="4682" y="2704"/>
                    </a:cubicBezTo>
                    <a:cubicBezTo>
                      <a:pt x="4650" y="2702"/>
                      <a:pt x="4650" y="2702"/>
                      <a:pt x="4650" y="2702"/>
                    </a:cubicBezTo>
                    <a:cubicBezTo>
                      <a:pt x="4650" y="2702"/>
                      <a:pt x="4629" y="2679"/>
                      <a:pt x="4666" y="2669"/>
                    </a:cubicBezTo>
                    <a:cubicBezTo>
                      <a:pt x="4666" y="2669"/>
                      <a:pt x="4696" y="2614"/>
                      <a:pt x="4627" y="2588"/>
                    </a:cubicBezTo>
                    <a:cubicBezTo>
                      <a:pt x="4627" y="2588"/>
                      <a:pt x="4637" y="2561"/>
                      <a:pt x="4627" y="2564"/>
                    </a:cubicBezTo>
                    <a:cubicBezTo>
                      <a:pt x="4616" y="2567"/>
                      <a:pt x="4470" y="2604"/>
                      <a:pt x="4470" y="2604"/>
                    </a:cubicBezTo>
                    <a:cubicBezTo>
                      <a:pt x="4452" y="2590"/>
                      <a:pt x="4452" y="2590"/>
                      <a:pt x="4452" y="2590"/>
                    </a:cubicBezTo>
                    <a:cubicBezTo>
                      <a:pt x="4452" y="2590"/>
                      <a:pt x="4409" y="2593"/>
                      <a:pt x="4409" y="2601"/>
                    </a:cubicBezTo>
                    <a:cubicBezTo>
                      <a:pt x="4409" y="2609"/>
                      <a:pt x="4428" y="2655"/>
                      <a:pt x="4422" y="2669"/>
                    </a:cubicBezTo>
                    <a:cubicBezTo>
                      <a:pt x="4417" y="2683"/>
                      <a:pt x="4412" y="2694"/>
                      <a:pt x="4388" y="2699"/>
                    </a:cubicBezTo>
                    <a:cubicBezTo>
                      <a:pt x="4364" y="2704"/>
                      <a:pt x="4303" y="2710"/>
                      <a:pt x="4303" y="2710"/>
                    </a:cubicBezTo>
                    <a:cubicBezTo>
                      <a:pt x="4303" y="2710"/>
                      <a:pt x="4277" y="2694"/>
                      <a:pt x="4311" y="2681"/>
                    </a:cubicBezTo>
                    <a:cubicBezTo>
                      <a:pt x="4346" y="2667"/>
                      <a:pt x="4367" y="2654"/>
                      <a:pt x="4367" y="2654"/>
                    </a:cubicBezTo>
                    <a:cubicBezTo>
                      <a:pt x="4364" y="2633"/>
                      <a:pt x="4364" y="2633"/>
                      <a:pt x="4364" y="2633"/>
                    </a:cubicBezTo>
                    <a:cubicBezTo>
                      <a:pt x="4377" y="2601"/>
                      <a:pt x="4377" y="2601"/>
                      <a:pt x="4377" y="2601"/>
                    </a:cubicBezTo>
                    <a:cubicBezTo>
                      <a:pt x="4377" y="2601"/>
                      <a:pt x="4391" y="2590"/>
                      <a:pt x="4367" y="2577"/>
                    </a:cubicBezTo>
                    <a:cubicBezTo>
                      <a:pt x="4367" y="2577"/>
                      <a:pt x="4322" y="2548"/>
                      <a:pt x="4351" y="2521"/>
                    </a:cubicBezTo>
                    <a:cubicBezTo>
                      <a:pt x="4380" y="2495"/>
                      <a:pt x="4359" y="2482"/>
                      <a:pt x="4359" y="2482"/>
                    </a:cubicBezTo>
                    <a:cubicBezTo>
                      <a:pt x="4359" y="2482"/>
                      <a:pt x="4380" y="2445"/>
                      <a:pt x="4404" y="2429"/>
                    </a:cubicBezTo>
                    <a:cubicBezTo>
                      <a:pt x="4428" y="2413"/>
                      <a:pt x="4486" y="2360"/>
                      <a:pt x="4486" y="2352"/>
                    </a:cubicBezTo>
                    <a:cubicBezTo>
                      <a:pt x="4486" y="2344"/>
                      <a:pt x="4441" y="2293"/>
                      <a:pt x="4510" y="2262"/>
                    </a:cubicBezTo>
                    <a:cubicBezTo>
                      <a:pt x="4579" y="2230"/>
                      <a:pt x="4582" y="2214"/>
                      <a:pt x="4582" y="2203"/>
                    </a:cubicBezTo>
                    <a:cubicBezTo>
                      <a:pt x="4582" y="2193"/>
                      <a:pt x="4645" y="2134"/>
                      <a:pt x="4645" y="2134"/>
                    </a:cubicBezTo>
                    <a:cubicBezTo>
                      <a:pt x="4645" y="2134"/>
                      <a:pt x="4672" y="2097"/>
                      <a:pt x="4682" y="2071"/>
                    </a:cubicBezTo>
                    <a:cubicBezTo>
                      <a:pt x="4693" y="2044"/>
                      <a:pt x="4743" y="2012"/>
                      <a:pt x="4693" y="2007"/>
                    </a:cubicBezTo>
                    <a:cubicBezTo>
                      <a:pt x="4680" y="2006"/>
                      <a:pt x="4673" y="2005"/>
                      <a:pt x="4670" y="2005"/>
                    </a:cubicBezTo>
                    <a:cubicBezTo>
                      <a:pt x="4660" y="2003"/>
                      <a:pt x="4682" y="2005"/>
                      <a:pt x="4682" y="2005"/>
                    </a:cubicBezTo>
                    <a:cubicBezTo>
                      <a:pt x="4682" y="2005"/>
                      <a:pt x="4693" y="1962"/>
                      <a:pt x="4711" y="1957"/>
                    </a:cubicBezTo>
                    <a:cubicBezTo>
                      <a:pt x="4730" y="1952"/>
                      <a:pt x="4759" y="1941"/>
                      <a:pt x="4762" y="1962"/>
                    </a:cubicBezTo>
                    <a:cubicBezTo>
                      <a:pt x="4764" y="1983"/>
                      <a:pt x="4802" y="1983"/>
                      <a:pt x="4802" y="1983"/>
                    </a:cubicBezTo>
                    <a:cubicBezTo>
                      <a:pt x="4849" y="1986"/>
                      <a:pt x="4849" y="1986"/>
                      <a:pt x="4849" y="1986"/>
                    </a:cubicBezTo>
                    <a:cubicBezTo>
                      <a:pt x="4849" y="1986"/>
                      <a:pt x="4884" y="1959"/>
                      <a:pt x="4884" y="1944"/>
                    </a:cubicBezTo>
                    <a:cubicBezTo>
                      <a:pt x="4884" y="1928"/>
                      <a:pt x="4881" y="1909"/>
                      <a:pt x="4889" y="1906"/>
                    </a:cubicBezTo>
                    <a:cubicBezTo>
                      <a:pt x="4897" y="1904"/>
                      <a:pt x="4905" y="1893"/>
                      <a:pt x="4905" y="1883"/>
                    </a:cubicBezTo>
                    <a:cubicBezTo>
                      <a:pt x="4905" y="1872"/>
                      <a:pt x="4889" y="1851"/>
                      <a:pt x="4889" y="1851"/>
                    </a:cubicBezTo>
                    <a:cubicBezTo>
                      <a:pt x="4871" y="1827"/>
                      <a:pt x="4871" y="1827"/>
                      <a:pt x="4871" y="1827"/>
                    </a:cubicBezTo>
                    <a:cubicBezTo>
                      <a:pt x="4878" y="1795"/>
                      <a:pt x="4878" y="1795"/>
                      <a:pt x="4878" y="1795"/>
                    </a:cubicBezTo>
                    <a:cubicBezTo>
                      <a:pt x="4892" y="1702"/>
                      <a:pt x="4892" y="1702"/>
                      <a:pt x="4892" y="1702"/>
                    </a:cubicBezTo>
                    <a:cubicBezTo>
                      <a:pt x="4908" y="1684"/>
                      <a:pt x="4908" y="1684"/>
                      <a:pt x="4908" y="1684"/>
                    </a:cubicBezTo>
                    <a:cubicBezTo>
                      <a:pt x="4897" y="1631"/>
                      <a:pt x="4897" y="1631"/>
                      <a:pt x="4897" y="1631"/>
                    </a:cubicBezTo>
                    <a:cubicBezTo>
                      <a:pt x="4894" y="1570"/>
                      <a:pt x="4894" y="1570"/>
                      <a:pt x="4894" y="1570"/>
                    </a:cubicBezTo>
                    <a:cubicBezTo>
                      <a:pt x="4950" y="1496"/>
                      <a:pt x="4950" y="1496"/>
                      <a:pt x="4950" y="1496"/>
                    </a:cubicBezTo>
                    <a:cubicBezTo>
                      <a:pt x="4950" y="1387"/>
                      <a:pt x="4950" y="1387"/>
                      <a:pt x="4950" y="1387"/>
                    </a:cubicBezTo>
                    <a:cubicBezTo>
                      <a:pt x="4950" y="1387"/>
                      <a:pt x="4969" y="1347"/>
                      <a:pt x="4969" y="1294"/>
                    </a:cubicBezTo>
                    <a:cubicBezTo>
                      <a:pt x="5014" y="1252"/>
                      <a:pt x="5014" y="1252"/>
                      <a:pt x="5014" y="1252"/>
                    </a:cubicBezTo>
                    <a:cubicBezTo>
                      <a:pt x="5032" y="1220"/>
                      <a:pt x="5032" y="1220"/>
                      <a:pt x="5032" y="1220"/>
                    </a:cubicBezTo>
                    <a:cubicBezTo>
                      <a:pt x="5064" y="1201"/>
                      <a:pt x="5064" y="1201"/>
                      <a:pt x="5064" y="1201"/>
                    </a:cubicBezTo>
                    <a:cubicBezTo>
                      <a:pt x="5091" y="1122"/>
                      <a:pt x="5091" y="1122"/>
                      <a:pt x="5091" y="1122"/>
                    </a:cubicBezTo>
                    <a:cubicBezTo>
                      <a:pt x="5115" y="1109"/>
                      <a:pt x="5115" y="1109"/>
                      <a:pt x="5115" y="1109"/>
                    </a:cubicBezTo>
                    <a:cubicBezTo>
                      <a:pt x="5115" y="1109"/>
                      <a:pt x="5154" y="1087"/>
                      <a:pt x="5091" y="1077"/>
                    </a:cubicBezTo>
                    <a:cubicBezTo>
                      <a:pt x="5027" y="1066"/>
                      <a:pt x="5006" y="1058"/>
                      <a:pt x="5006" y="1058"/>
                    </a:cubicBezTo>
                    <a:cubicBezTo>
                      <a:pt x="4979" y="1069"/>
                      <a:pt x="4979" y="1069"/>
                      <a:pt x="4979" y="1069"/>
                    </a:cubicBezTo>
                    <a:cubicBezTo>
                      <a:pt x="4958" y="1071"/>
                      <a:pt x="4958" y="1071"/>
                      <a:pt x="4958" y="1071"/>
                    </a:cubicBezTo>
                    <a:cubicBezTo>
                      <a:pt x="4958" y="1050"/>
                      <a:pt x="4958" y="1050"/>
                      <a:pt x="4958" y="1050"/>
                    </a:cubicBezTo>
                    <a:cubicBezTo>
                      <a:pt x="4910" y="1055"/>
                      <a:pt x="4910" y="1055"/>
                      <a:pt x="4910" y="1055"/>
                    </a:cubicBezTo>
                    <a:cubicBezTo>
                      <a:pt x="4881" y="1063"/>
                      <a:pt x="4881" y="1063"/>
                      <a:pt x="4881" y="1063"/>
                    </a:cubicBezTo>
                    <a:cubicBezTo>
                      <a:pt x="4881" y="1063"/>
                      <a:pt x="4839" y="1018"/>
                      <a:pt x="4794" y="1010"/>
                    </a:cubicBezTo>
                    <a:cubicBezTo>
                      <a:pt x="4749" y="1002"/>
                      <a:pt x="4772" y="1024"/>
                      <a:pt x="4727" y="1024"/>
                    </a:cubicBezTo>
                    <a:cubicBezTo>
                      <a:pt x="4682" y="1024"/>
                      <a:pt x="4643" y="1024"/>
                      <a:pt x="4643" y="1024"/>
                    </a:cubicBezTo>
                    <a:cubicBezTo>
                      <a:pt x="4627" y="992"/>
                      <a:pt x="4627" y="992"/>
                      <a:pt x="4627" y="992"/>
                    </a:cubicBezTo>
                    <a:cubicBezTo>
                      <a:pt x="4627" y="992"/>
                      <a:pt x="4582" y="973"/>
                      <a:pt x="4574" y="976"/>
                    </a:cubicBezTo>
                    <a:cubicBezTo>
                      <a:pt x="4566" y="979"/>
                      <a:pt x="4555" y="997"/>
                      <a:pt x="4555" y="997"/>
                    </a:cubicBezTo>
                    <a:cubicBezTo>
                      <a:pt x="4552" y="1016"/>
                      <a:pt x="4552" y="1016"/>
                      <a:pt x="4552" y="1016"/>
                    </a:cubicBezTo>
                    <a:cubicBezTo>
                      <a:pt x="4505" y="1016"/>
                      <a:pt x="4505" y="1016"/>
                      <a:pt x="4505" y="1016"/>
                    </a:cubicBezTo>
                    <a:cubicBezTo>
                      <a:pt x="4507" y="981"/>
                      <a:pt x="4507" y="981"/>
                      <a:pt x="4507" y="981"/>
                    </a:cubicBezTo>
                    <a:cubicBezTo>
                      <a:pt x="4489" y="960"/>
                      <a:pt x="4489" y="960"/>
                      <a:pt x="4489" y="960"/>
                    </a:cubicBezTo>
                    <a:cubicBezTo>
                      <a:pt x="4483" y="944"/>
                      <a:pt x="4483" y="944"/>
                      <a:pt x="4483" y="944"/>
                    </a:cubicBezTo>
                    <a:cubicBezTo>
                      <a:pt x="4462" y="939"/>
                      <a:pt x="4462" y="939"/>
                      <a:pt x="4462" y="939"/>
                    </a:cubicBezTo>
                    <a:cubicBezTo>
                      <a:pt x="4454" y="886"/>
                      <a:pt x="4454" y="886"/>
                      <a:pt x="4454" y="886"/>
                    </a:cubicBezTo>
                    <a:cubicBezTo>
                      <a:pt x="4454" y="886"/>
                      <a:pt x="4401" y="857"/>
                      <a:pt x="4393" y="857"/>
                    </a:cubicBezTo>
                    <a:cubicBezTo>
                      <a:pt x="4385" y="857"/>
                      <a:pt x="4346" y="854"/>
                      <a:pt x="4346" y="854"/>
                    </a:cubicBezTo>
                    <a:cubicBezTo>
                      <a:pt x="4322" y="849"/>
                      <a:pt x="4322" y="849"/>
                      <a:pt x="4322" y="849"/>
                    </a:cubicBezTo>
                    <a:cubicBezTo>
                      <a:pt x="4261" y="843"/>
                      <a:pt x="4261" y="843"/>
                      <a:pt x="4261" y="843"/>
                    </a:cubicBezTo>
                    <a:cubicBezTo>
                      <a:pt x="4234" y="859"/>
                      <a:pt x="4234" y="859"/>
                      <a:pt x="4234" y="859"/>
                    </a:cubicBezTo>
                    <a:cubicBezTo>
                      <a:pt x="4208" y="857"/>
                      <a:pt x="4208" y="857"/>
                      <a:pt x="4208" y="857"/>
                    </a:cubicBezTo>
                    <a:cubicBezTo>
                      <a:pt x="4157" y="849"/>
                      <a:pt x="4157" y="849"/>
                      <a:pt x="4157" y="849"/>
                    </a:cubicBezTo>
                    <a:cubicBezTo>
                      <a:pt x="4136" y="817"/>
                      <a:pt x="4136" y="817"/>
                      <a:pt x="4136" y="817"/>
                    </a:cubicBezTo>
                    <a:cubicBezTo>
                      <a:pt x="4136" y="817"/>
                      <a:pt x="4073" y="817"/>
                      <a:pt x="4073" y="825"/>
                    </a:cubicBezTo>
                    <a:cubicBezTo>
                      <a:pt x="4073" y="833"/>
                      <a:pt x="4054" y="838"/>
                      <a:pt x="4054" y="838"/>
                    </a:cubicBezTo>
                    <a:cubicBezTo>
                      <a:pt x="4012" y="854"/>
                      <a:pt x="4012" y="854"/>
                      <a:pt x="4012" y="854"/>
                    </a:cubicBezTo>
                    <a:cubicBezTo>
                      <a:pt x="3972" y="796"/>
                      <a:pt x="3972" y="796"/>
                      <a:pt x="3972" y="796"/>
                    </a:cubicBezTo>
                    <a:cubicBezTo>
                      <a:pt x="3956" y="790"/>
                      <a:pt x="3956" y="790"/>
                      <a:pt x="3956" y="790"/>
                    </a:cubicBezTo>
                    <a:cubicBezTo>
                      <a:pt x="3937" y="759"/>
                      <a:pt x="3937" y="759"/>
                      <a:pt x="3937" y="759"/>
                    </a:cubicBezTo>
                    <a:cubicBezTo>
                      <a:pt x="3876" y="745"/>
                      <a:pt x="3876" y="745"/>
                      <a:pt x="3876" y="745"/>
                    </a:cubicBezTo>
                    <a:cubicBezTo>
                      <a:pt x="3847" y="715"/>
                      <a:pt x="3847" y="715"/>
                      <a:pt x="3847" y="715"/>
                    </a:cubicBezTo>
                    <a:cubicBezTo>
                      <a:pt x="3778" y="700"/>
                      <a:pt x="3778" y="700"/>
                      <a:pt x="3778" y="700"/>
                    </a:cubicBezTo>
                    <a:cubicBezTo>
                      <a:pt x="3778" y="700"/>
                      <a:pt x="3776" y="626"/>
                      <a:pt x="3768" y="621"/>
                    </a:cubicBezTo>
                    <a:cubicBezTo>
                      <a:pt x="3760" y="615"/>
                      <a:pt x="3749" y="605"/>
                      <a:pt x="3749" y="605"/>
                    </a:cubicBezTo>
                    <a:cubicBezTo>
                      <a:pt x="3749" y="562"/>
                      <a:pt x="3749" y="562"/>
                      <a:pt x="3749" y="562"/>
                    </a:cubicBezTo>
                    <a:cubicBezTo>
                      <a:pt x="3757" y="539"/>
                      <a:pt x="3757" y="539"/>
                      <a:pt x="3757" y="539"/>
                    </a:cubicBezTo>
                    <a:cubicBezTo>
                      <a:pt x="3757" y="539"/>
                      <a:pt x="3789" y="493"/>
                      <a:pt x="3762" y="491"/>
                    </a:cubicBezTo>
                    <a:cubicBezTo>
                      <a:pt x="3736" y="488"/>
                      <a:pt x="3707" y="491"/>
                      <a:pt x="3707" y="491"/>
                    </a:cubicBezTo>
                    <a:cubicBezTo>
                      <a:pt x="3707" y="491"/>
                      <a:pt x="3680" y="536"/>
                      <a:pt x="3680" y="546"/>
                    </a:cubicBezTo>
                    <a:cubicBezTo>
                      <a:pt x="3680" y="557"/>
                      <a:pt x="3670" y="602"/>
                      <a:pt x="3670" y="602"/>
                    </a:cubicBezTo>
                    <a:cubicBezTo>
                      <a:pt x="3595" y="623"/>
                      <a:pt x="3595" y="623"/>
                      <a:pt x="3595" y="623"/>
                    </a:cubicBezTo>
                    <a:cubicBezTo>
                      <a:pt x="3548" y="602"/>
                      <a:pt x="3548" y="602"/>
                      <a:pt x="3548" y="602"/>
                    </a:cubicBezTo>
                    <a:cubicBezTo>
                      <a:pt x="3481" y="602"/>
                      <a:pt x="3481" y="602"/>
                      <a:pt x="3481" y="602"/>
                    </a:cubicBezTo>
                    <a:cubicBezTo>
                      <a:pt x="3481" y="602"/>
                      <a:pt x="3479" y="581"/>
                      <a:pt x="3505" y="570"/>
                    </a:cubicBezTo>
                    <a:cubicBezTo>
                      <a:pt x="3532" y="560"/>
                      <a:pt x="3545" y="528"/>
                      <a:pt x="3511" y="523"/>
                    </a:cubicBezTo>
                    <a:cubicBezTo>
                      <a:pt x="3476" y="517"/>
                      <a:pt x="3476" y="490"/>
                      <a:pt x="3476" y="490"/>
                    </a:cubicBezTo>
                    <a:cubicBezTo>
                      <a:pt x="3495" y="467"/>
                      <a:pt x="3495" y="467"/>
                      <a:pt x="3495" y="467"/>
                    </a:cubicBezTo>
                    <a:cubicBezTo>
                      <a:pt x="3505" y="467"/>
                      <a:pt x="3505" y="467"/>
                      <a:pt x="3505" y="467"/>
                    </a:cubicBezTo>
                    <a:cubicBezTo>
                      <a:pt x="3505" y="467"/>
                      <a:pt x="3463" y="387"/>
                      <a:pt x="3444" y="387"/>
                    </a:cubicBezTo>
                    <a:cubicBezTo>
                      <a:pt x="3426" y="387"/>
                      <a:pt x="3354" y="387"/>
                      <a:pt x="3354" y="387"/>
                    </a:cubicBezTo>
                    <a:cubicBezTo>
                      <a:pt x="3325" y="432"/>
                      <a:pt x="3325" y="432"/>
                      <a:pt x="3325" y="432"/>
                    </a:cubicBezTo>
                    <a:cubicBezTo>
                      <a:pt x="3306" y="470"/>
                      <a:pt x="3306" y="470"/>
                      <a:pt x="3306" y="470"/>
                    </a:cubicBezTo>
                    <a:cubicBezTo>
                      <a:pt x="3280" y="401"/>
                      <a:pt x="3280" y="401"/>
                      <a:pt x="3280" y="401"/>
                    </a:cubicBezTo>
                    <a:cubicBezTo>
                      <a:pt x="3280" y="401"/>
                      <a:pt x="3325" y="324"/>
                      <a:pt x="3283" y="321"/>
                    </a:cubicBezTo>
                    <a:cubicBezTo>
                      <a:pt x="3240" y="319"/>
                      <a:pt x="3145" y="332"/>
                      <a:pt x="3142" y="300"/>
                    </a:cubicBezTo>
                    <a:cubicBezTo>
                      <a:pt x="3139" y="268"/>
                      <a:pt x="3123" y="178"/>
                      <a:pt x="3084" y="173"/>
                    </a:cubicBezTo>
                    <a:cubicBezTo>
                      <a:pt x="3044" y="167"/>
                      <a:pt x="2986" y="173"/>
                      <a:pt x="2986" y="173"/>
                    </a:cubicBezTo>
                    <a:cubicBezTo>
                      <a:pt x="2986" y="173"/>
                      <a:pt x="2986" y="231"/>
                      <a:pt x="2964" y="205"/>
                    </a:cubicBezTo>
                    <a:cubicBezTo>
                      <a:pt x="2943" y="178"/>
                      <a:pt x="2935" y="170"/>
                      <a:pt x="2935" y="170"/>
                    </a:cubicBezTo>
                    <a:cubicBezTo>
                      <a:pt x="2935" y="170"/>
                      <a:pt x="2893" y="183"/>
                      <a:pt x="2888" y="144"/>
                    </a:cubicBezTo>
                    <a:cubicBezTo>
                      <a:pt x="2882" y="104"/>
                      <a:pt x="2882" y="77"/>
                      <a:pt x="2882" y="77"/>
                    </a:cubicBezTo>
                    <a:cubicBezTo>
                      <a:pt x="2874" y="53"/>
                      <a:pt x="2874" y="53"/>
                      <a:pt x="2874" y="53"/>
                    </a:cubicBezTo>
                    <a:cubicBezTo>
                      <a:pt x="2874" y="53"/>
                      <a:pt x="2901" y="16"/>
                      <a:pt x="2872" y="8"/>
                    </a:cubicBezTo>
                    <a:cubicBezTo>
                      <a:pt x="2842" y="0"/>
                      <a:pt x="2840" y="16"/>
                      <a:pt x="2803" y="27"/>
                    </a:cubicBezTo>
                    <a:cubicBezTo>
                      <a:pt x="2766" y="37"/>
                      <a:pt x="2686" y="48"/>
                      <a:pt x="2652" y="48"/>
                    </a:cubicBezTo>
                    <a:cubicBezTo>
                      <a:pt x="2617" y="48"/>
                      <a:pt x="2540" y="56"/>
                      <a:pt x="2524" y="69"/>
                    </a:cubicBezTo>
                    <a:cubicBezTo>
                      <a:pt x="2508" y="83"/>
                      <a:pt x="2469" y="125"/>
                      <a:pt x="2469" y="125"/>
                    </a:cubicBezTo>
                    <a:cubicBezTo>
                      <a:pt x="2474" y="459"/>
                      <a:pt x="2474" y="459"/>
                      <a:pt x="2474" y="459"/>
                    </a:cubicBezTo>
                    <a:cubicBezTo>
                      <a:pt x="2511" y="488"/>
                      <a:pt x="2511" y="488"/>
                      <a:pt x="2511" y="488"/>
                    </a:cubicBezTo>
                    <a:cubicBezTo>
                      <a:pt x="2466" y="478"/>
                      <a:pt x="2466" y="478"/>
                      <a:pt x="2466" y="478"/>
                    </a:cubicBezTo>
                    <a:cubicBezTo>
                      <a:pt x="2373" y="562"/>
                      <a:pt x="2373" y="562"/>
                      <a:pt x="2373" y="562"/>
                    </a:cubicBezTo>
                    <a:cubicBezTo>
                      <a:pt x="2373" y="562"/>
                      <a:pt x="2265" y="634"/>
                      <a:pt x="2219" y="647"/>
                    </a:cubicBezTo>
                    <a:cubicBezTo>
                      <a:pt x="2174" y="660"/>
                      <a:pt x="1856" y="676"/>
                      <a:pt x="1883" y="865"/>
                    </a:cubicBezTo>
                    <a:cubicBezTo>
                      <a:pt x="1883" y="865"/>
                      <a:pt x="1888" y="891"/>
                      <a:pt x="1954" y="904"/>
                    </a:cubicBezTo>
                    <a:lnTo>
                      <a:pt x="1908" y="922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55" name="Oval 13">
                <a:extLst>
                  <a:ext uri="{FF2B5EF4-FFF2-40B4-BE49-F238E27FC236}">
                    <a16:creationId xmlns:a16="http://schemas.microsoft.com/office/drawing/2014/main" id="{436AAF21-9A96-B64B-ADE9-AE6557C920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4827" y="1839986"/>
                <a:ext cx="289233" cy="289233"/>
              </a:xfrm>
              <a:prstGeom prst="ellipse">
                <a:avLst/>
              </a:prstGeom>
              <a:solidFill>
                <a:srgbClr val="E6443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52" name="Oval 13">
                <a:extLst>
                  <a:ext uri="{FF2B5EF4-FFF2-40B4-BE49-F238E27FC236}">
                    <a16:creationId xmlns:a16="http://schemas.microsoft.com/office/drawing/2014/main" id="{74282F0A-5FAB-314B-8D9E-ACAD4CE123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31299" y="781167"/>
                <a:ext cx="289233" cy="289233"/>
              </a:xfrm>
              <a:prstGeom prst="ellipse">
                <a:avLst/>
              </a:prstGeom>
              <a:solidFill>
                <a:srgbClr val="E6443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 dirty="0"/>
              </a:p>
            </p:txBody>
          </p:sp>
          <p:sp>
            <p:nvSpPr>
              <p:cNvPr id="49" name="Oval 13">
                <a:extLst>
                  <a:ext uri="{FF2B5EF4-FFF2-40B4-BE49-F238E27FC236}">
                    <a16:creationId xmlns:a16="http://schemas.microsoft.com/office/drawing/2014/main" id="{316A365C-B41E-574C-8A42-4631D406E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60711" y="1204694"/>
                <a:ext cx="289233" cy="289233"/>
              </a:xfrm>
              <a:prstGeom prst="ellipse">
                <a:avLst/>
              </a:prstGeom>
              <a:solidFill>
                <a:srgbClr val="E6443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cxnSp>
            <p:nvCxnSpPr>
              <p:cNvPr id="21" name="Forme 232">
                <a:extLst>
                  <a:ext uri="{FF2B5EF4-FFF2-40B4-BE49-F238E27FC236}">
                    <a16:creationId xmlns:a16="http://schemas.microsoft.com/office/drawing/2014/main" id="{9EDCEBEB-DC79-A849-8CFB-EA155E7D026E}"/>
                  </a:ext>
                </a:extLst>
              </p:cNvPr>
              <p:cNvCxnSpPr>
                <a:stCxn id="7" idx="0"/>
                <a:endCxn id="16" idx="1"/>
              </p:cNvCxnSpPr>
              <p:nvPr/>
            </p:nvCxnSpPr>
            <p:spPr>
              <a:xfrm rot="5400000" flipH="1" flipV="1">
                <a:off x="5956562" y="651455"/>
                <a:ext cx="1164701" cy="2890662"/>
              </a:xfrm>
              <a:prstGeom prst="bentConnector2">
                <a:avLst/>
              </a:prstGeom>
              <a:ln w="9525">
                <a:solidFill>
                  <a:srgbClr val="FF3333"/>
                </a:solidFill>
                <a:prstDash val="sysDot"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993F77E7-80CC-3E46-854A-482FA444269C}"/>
                  </a:ext>
                </a:extLst>
              </p:cNvPr>
              <p:cNvSpPr txBox="1"/>
              <p:nvPr/>
            </p:nvSpPr>
            <p:spPr>
              <a:xfrm>
                <a:off x="2990949" y="3328888"/>
                <a:ext cx="683451" cy="196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675" dirty="0">
                    <a:solidFill>
                      <a:srgbClr val="4B4B4D"/>
                    </a:solidFill>
                    <a:latin typeface="Nexa Heavy" pitchFamily="2" charset="0"/>
                    <a:ea typeface="Nexa Thin" pitchFamily="2" charset="0"/>
                  </a:rPr>
                  <a:t>USA</a:t>
                </a:r>
                <a:endParaRPr lang="fr-FR" sz="675" dirty="0">
                  <a:solidFill>
                    <a:srgbClr val="4B4B4D"/>
                  </a:solidFill>
                  <a:latin typeface="Nexa Thin" pitchFamily="2" charset="0"/>
                  <a:ea typeface="Nexa Thin" pitchFamily="2" charset="0"/>
                </a:endParaRPr>
              </a:p>
            </p:txBody>
          </p:sp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F38E0699-B38B-7145-8928-C99257E7BFE8}"/>
                  </a:ext>
                </a:extLst>
              </p:cNvPr>
              <p:cNvSpPr txBox="1"/>
              <p:nvPr/>
            </p:nvSpPr>
            <p:spPr>
              <a:xfrm>
                <a:off x="4663857" y="3002330"/>
                <a:ext cx="859446" cy="196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675" dirty="0">
                    <a:solidFill>
                      <a:srgbClr val="4B4B4D"/>
                    </a:solidFill>
                    <a:latin typeface="Nexa Heavy" pitchFamily="2" charset="0"/>
                    <a:ea typeface="Nexa Thin" pitchFamily="2" charset="0"/>
                  </a:rPr>
                  <a:t>FRANCE</a:t>
                </a:r>
                <a:endParaRPr lang="fr-FR" sz="675" dirty="0">
                  <a:solidFill>
                    <a:srgbClr val="4B4B4D"/>
                  </a:solidFill>
                  <a:latin typeface="Nexa Thin" pitchFamily="2" charset="0"/>
                  <a:ea typeface="Nexa Thin" pitchFamily="2" charset="0"/>
                </a:endParaRPr>
              </a:p>
            </p:txBody>
          </p:sp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C795ECD7-C183-F944-9F36-1694208A2609}"/>
                  </a:ext>
                </a:extLst>
              </p:cNvPr>
              <p:cNvSpPr txBox="1"/>
              <p:nvPr/>
            </p:nvSpPr>
            <p:spPr>
              <a:xfrm>
                <a:off x="3630180" y="4407921"/>
                <a:ext cx="809162" cy="196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675" dirty="0">
                    <a:solidFill>
                      <a:srgbClr val="4B4B4D"/>
                    </a:solidFill>
                    <a:latin typeface="Nexa Heavy" pitchFamily="2" charset="0"/>
                    <a:ea typeface="Nexa Thin" pitchFamily="2" charset="0"/>
                  </a:rPr>
                  <a:t>BRAZIL</a:t>
                </a:r>
                <a:endParaRPr lang="fr-FR" sz="675" dirty="0">
                  <a:solidFill>
                    <a:srgbClr val="4B4B4D"/>
                  </a:solidFill>
                  <a:latin typeface="Nexa Thin" pitchFamily="2" charset="0"/>
                  <a:ea typeface="Nexa Thin" pitchFamily="2" charset="0"/>
                </a:endParaRPr>
              </a:p>
            </p:txBody>
          </p:sp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B49A1ACB-45CA-144B-A768-44D8025F13E4}"/>
                  </a:ext>
                </a:extLst>
              </p:cNvPr>
              <p:cNvSpPr txBox="1"/>
              <p:nvPr/>
            </p:nvSpPr>
            <p:spPr>
              <a:xfrm>
                <a:off x="6941977" y="3355026"/>
                <a:ext cx="792400" cy="196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675" dirty="0">
                    <a:solidFill>
                      <a:srgbClr val="4B4B4D"/>
                    </a:solidFill>
                    <a:latin typeface="Nexa Heavy" pitchFamily="2" charset="0"/>
                    <a:ea typeface="Nexa Thin" pitchFamily="2" charset="0"/>
                  </a:rPr>
                  <a:t>CHINA</a:t>
                </a:r>
                <a:endParaRPr lang="fr-FR" sz="675" dirty="0">
                  <a:solidFill>
                    <a:srgbClr val="4B4B4D"/>
                  </a:solidFill>
                  <a:latin typeface="Nexa Thin" pitchFamily="2" charset="0"/>
                  <a:ea typeface="Nexa Thin" pitchFamily="2" charset="0"/>
                </a:endParaRPr>
              </a:p>
            </p:txBody>
          </p:sp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5C30F40D-22FE-D245-B2FD-872A8FB4E192}"/>
                  </a:ext>
                </a:extLst>
              </p:cNvPr>
              <p:cNvSpPr txBox="1"/>
              <p:nvPr/>
            </p:nvSpPr>
            <p:spPr>
              <a:xfrm>
                <a:off x="9073356" y="904841"/>
                <a:ext cx="440410" cy="362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dirty="0">
                    <a:solidFill>
                      <a:srgbClr val="4B4B4D"/>
                    </a:solidFill>
                    <a:latin typeface="Nexa Heavy" pitchFamily="2" charset="0"/>
                    <a:ea typeface="Nexa Thin" pitchFamily="2" charset="0"/>
                  </a:rPr>
                  <a:t>LILLE</a:t>
                </a:r>
                <a:endParaRPr lang="fr-FR" sz="600" dirty="0">
                  <a:solidFill>
                    <a:srgbClr val="4B4B4D"/>
                  </a:solidFill>
                  <a:latin typeface="Nexa Thin" pitchFamily="2" charset="0"/>
                  <a:ea typeface="Nexa Thin" pitchFamily="2" charset="0"/>
                </a:endParaRPr>
              </a:p>
            </p:txBody>
          </p:sp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00CE89F8-BC6D-3D40-A6C1-5BCD2BD60F64}"/>
                  </a:ext>
                </a:extLst>
              </p:cNvPr>
              <p:cNvSpPr txBox="1"/>
              <p:nvPr/>
            </p:nvSpPr>
            <p:spPr>
              <a:xfrm>
                <a:off x="8634691" y="1505790"/>
                <a:ext cx="478123" cy="362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fr-FR" sz="600" dirty="0">
                    <a:solidFill>
                      <a:srgbClr val="4B4B4D"/>
                    </a:solidFill>
                    <a:latin typeface="Nexa Heavy" pitchFamily="2" charset="0"/>
                    <a:ea typeface="Nexa Thin" pitchFamily="2" charset="0"/>
                  </a:rPr>
                  <a:t>PARIS</a:t>
                </a:r>
                <a:endParaRPr lang="fr-FR" sz="600" dirty="0">
                  <a:solidFill>
                    <a:srgbClr val="4B4B4D"/>
                  </a:solidFill>
                  <a:latin typeface="Nexa Thin" pitchFamily="2" charset="0"/>
                  <a:ea typeface="Nexa Thin" pitchFamily="2" charset="0"/>
                </a:endParaRPr>
              </a:p>
            </p:txBody>
          </p:sp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2323F68D-28C1-0349-8DA7-0B7BC8C3026A}"/>
                  </a:ext>
                </a:extLst>
              </p:cNvPr>
              <p:cNvSpPr txBox="1"/>
              <p:nvPr/>
            </p:nvSpPr>
            <p:spPr>
              <a:xfrm>
                <a:off x="8286650" y="1898770"/>
                <a:ext cx="100611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fr-FR" sz="600" dirty="0">
                    <a:solidFill>
                      <a:srgbClr val="4B4B4D"/>
                    </a:solidFill>
                    <a:latin typeface="Nexa Heavy" pitchFamily="2" charset="0"/>
                    <a:ea typeface="Nexa Thin" pitchFamily="2" charset="0"/>
                  </a:rPr>
                  <a:t>SOPHIA </a:t>
                </a:r>
              </a:p>
              <a:p>
                <a:pPr algn="r"/>
                <a:r>
                  <a:rPr lang="fr-FR" sz="600" dirty="0">
                    <a:solidFill>
                      <a:srgbClr val="4B4B4D"/>
                    </a:solidFill>
                    <a:latin typeface="Nexa Heavy" pitchFamily="2" charset="0"/>
                    <a:ea typeface="Nexa Thin" pitchFamily="2" charset="0"/>
                  </a:rPr>
                  <a:t>ANTIPOLIS</a:t>
                </a:r>
                <a:endParaRPr lang="fr-FR" sz="600" dirty="0">
                  <a:solidFill>
                    <a:srgbClr val="4B4B4D"/>
                  </a:solidFill>
                  <a:latin typeface="Nexa Thin" pitchFamily="2" charset="0"/>
                  <a:ea typeface="Nexa Thin" pitchFamily="2" charset="0"/>
                </a:endParaRPr>
              </a:p>
            </p:txBody>
          </p:sp>
        </p:grp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E279AB0B-ED5B-8345-AC11-1744A0B1B2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64633" y="3992857"/>
            <a:ext cx="355600" cy="279400"/>
          </a:xfrm>
          <a:prstGeom prst="rect">
            <a:avLst/>
          </a:prstGeom>
        </p:spPr>
      </p:pic>
      <p:sp>
        <p:nvSpPr>
          <p:cNvPr id="146" name="ZoneTexte 145">
            <a:extLst>
              <a:ext uri="{FF2B5EF4-FFF2-40B4-BE49-F238E27FC236}">
                <a16:creationId xmlns:a16="http://schemas.microsoft.com/office/drawing/2014/main" id="{563D546F-0700-334D-B76C-36F0EF0C4B3F}"/>
              </a:ext>
            </a:extLst>
          </p:cNvPr>
          <p:cNvSpPr txBox="1"/>
          <p:nvPr userDrawn="1"/>
        </p:nvSpPr>
        <p:spPr>
          <a:xfrm>
            <a:off x="4274236" y="5043542"/>
            <a:ext cx="349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solidFill>
                  <a:schemeClr val="bg1"/>
                </a:solidFill>
                <a:latin typeface="Nexa Light" panose="02000000000000000000" pitchFamily="2" charset="77"/>
              </a:rPr>
              <a:t>SK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E199E2E7-05F1-B346-88A9-72B37F335594}"/>
              </a:ext>
            </a:extLst>
          </p:cNvPr>
          <p:cNvSpPr txBox="1"/>
          <p:nvPr userDrawn="1"/>
        </p:nvSpPr>
        <p:spPr>
          <a:xfrm>
            <a:off x="7592291" y="3984324"/>
            <a:ext cx="349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solidFill>
                  <a:schemeClr val="bg1"/>
                </a:solidFill>
                <a:latin typeface="Nexa Light" panose="02000000000000000000" pitchFamily="2" charset="77"/>
              </a:rPr>
              <a:t>SK</a:t>
            </a: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0A9E53A1-0BE3-E345-9568-25DE16C1C68B}"/>
              </a:ext>
            </a:extLst>
          </p:cNvPr>
          <p:cNvSpPr txBox="1"/>
          <p:nvPr userDrawn="1"/>
        </p:nvSpPr>
        <p:spPr>
          <a:xfrm>
            <a:off x="9646984" y="2787379"/>
            <a:ext cx="349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solidFill>
                  <a:schemeClr val="bg1"/>
                </a:solidFill>
                <a:latin typeface="Nexa Light" panose="02000000000000000000" pitchFamily="2" charset="77"/>
              </a:rPr>
              <a:t>SK</a:t>
            </a:r>
          </a:p>
        </p:txBody>
      </p:sp>
      <p:sp>
        <p:nvSpPr>
          <p:cNvPr id="149" name="ZoneTexte 148">
            <a:extLst>
              <a:ext uri="{FF2B5EF4-FFF2-40B4-BE49-F238E27FC236}">
                <a16:creationId xmlns:a16="http://schemas.microsoft.com/office/drawing/2014/main" id="{6B22DDD7-E0EF-D047-99A0-EAA1CD35AC13}"/>
              </a:ext>
            </a:extLst>
          </p:cNvPr>
          <p:cNvSpPr txBox="1"/>
          <p:nvPr userDrawn="1"/>
        </p:nvSpPr>
        <p:spPr>
          <a:xfrm>
            <a:off x="9216867" y="1731560"/>
            <a:ext cx="349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solidFill>
                  <a:schemeClr val="bg1"/>
                </a:solidFill>
                <a:latin typeface="Nexa Light" panose="02000000000000000000" pitchFamily="2" charset="77"/>
              </a:rPr>
              <a:t>SK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33CF76A6-513F-284B-BC4F-87A14DA91AEC}"/>
              </a:ext>
            </a:extLst>
          </p:cNvPr>
          <p:cNvSpPr txBox="1"/>
          <p:nvPr userDrawn="1"/>
        </p:nvSpPr>
        <p:spPr>
          <a:xfrm>
            <a:off x="9157980" y="2159269"/>
            <a:ext cx="349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solidFill>
                  <a:schemeClr val="bg1"/>
                </a:solidFill>
                <a:latin typeface="Nexa Light" panose="02000000000000000000" pitchFamily="2" charset="77"/>
              </a:rPr>
              <a:t>SK</a:t>
            </a:r>
          </a:p>
        </p:txBody>
      </p:sp>
      <p:sp>
        <p:nvSpPr>
          <p:cNvPr id="145" name="Titre 1">
            <a:extLst>
              <a:ext uri="{FF2B5EF4-FFF2-40B4-BE49-F238E27FC236}">
                <a16:creationId xmlns:a16="http://schemas.microsoft.com/office/drawing/2014/main" id="{B2911099-6912-3641-BFFB-547D77216C5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0364" y="377790"/>
            <a:ext cx="3811916" cy="961444"/>
          </a:xfrm>
          <a:prstGeom prst="rect">
            <a:avLst/>
          </a:prstGeom>
        </p:spPr>
        <p:txBody>
          <a:bodyPr anchor="t"/>
          <a:lstStyle>
            <a:lvl1pPr algn="l">
              <a:defRPr sz="3200" b="0" i="0"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36950068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 - Intercalai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D233BA89-1D3A-214E-A39E-3A844F517A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867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 - Intercalai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7B4E1D8-4DA5-8C40-9F81-D3A4AAFD08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5645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 - Intercalai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60B749C-3336-984C-BCF6-E24E847FCE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055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 - Intercalaire Photo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108329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 - Intercalaire Photo 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14373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 - Intercalaire Photo 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88298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 - Intercalaire Photo 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284511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 - Icones Réseaux Soci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268">
            <a:extLst>
              <a:ext uri="{FF2B5EF4-FFF2-40B4-BE49-F238E27FC236}">
                <a16:creationId xmlns:a16="http://schemas.microsoft.com/office/drawing/2014/main" id="{9C26DB3B-8A8E-0D4E-86F1-C0541FF51DF5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gradFill flip="none" rotWithShape="1">
            <a:gsLst>
              <a:gs pos="9000">
                <a:srgbClr val="B8012D"/>
              </a:gs>
              <a:gs pos="100000">
                <a:srgbClr val="E7433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40602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 - Essentiel 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268">
            <a:extLst>
              <a:ext uri="{FF2B5EF4-FFF2-40B4-BE49-F238E27FC236}">
                <a16:creationId xmlns:a16="http://schemas.microsoft.com/office/drawing/2014/main" id="{9C26DB3B-8A8E-0D4E-86F1-C0541FF51DF5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gradFill flip="none" rotWithShape="1">
            <a:gsLst>
              <a:gs pos="9000">
                <a:srgbClr val="B8012D"/>
              </a:gs>
              <a:gs pos="100000">
                <a:srgbClr val="E7433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68149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 - Slide de Fin, Marque | Homm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BAD5830-FA49-A74D-A845-C456CF02777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90B63BF1-66FD-6C41-8E9A-C7D6C86955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93CD5A-2A33-F441-8E44-BE6402135D97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637FD92E-74FD-FB42-8CBB-D3BD53EDFF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17" name="Espace réservé du texte 6">
            <a:extLst>
              <a:ext uri="{FF2B5EF4-FFF2-40B4-BE49-F238E27FC236}">
                <a16:creationId xmlns:a16="http://schemas.microsoft.com/office/drawing/2014/main" id="{60287718-B396-6844-9034-3C47E2814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64754CF-E499-F74D-B450-311083821B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6627561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 - Slide de Fin, Marque | Femm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18" name="TextBox 4">
            <a:extLst>
              <a:ext uri="{FF2B5EF4-FFF2-40B4-BE49-F238E27FC236}">
                <a16:creationId xmlns:a16="http://schemas.microsoft.com/office/drawing/2014/main" id="{621FEA27-1DE4-6F4A-82A3-55CBA2D73FB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C0CAA2-1CBF-2042-98C3-F80245DF1EF2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032BABA8-985C-4641-B5CE-7B3E09E4EB4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82613652-F0DF-7A4A-B08D-BC9118F788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00269173-0E4F-D446-BF19-6953A65C19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321581831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 - Slide de Fin, PG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17" name="TextBox 4">
            <a:extLst>
              <a:ext uri="{FF2B5EF4-FFF2-40B4-BE49-F238E27FC236}">
                <a16:creationId xmlns:a16="http://schemas.microsoft.com/office/drawing/2014/main" id="{FFE35D21-D79B-434C-B266-83F79A16EDA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3A2321-A776-9B43-BC57-D0FCE954F3E0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19" name="Sous-titre 2">
            <a:extLst>
              <a:ext uri="{FF2B5EF4-FFF2-40B4-BE49-F238E27FC236}">
                <a16:creationId xmlns:a16="http://schemas.microsoft.com/office/drawing/2014/main" id="{22A08A97-F027-FF4F-ACDA-08E70A0B2E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20" name="Espace réservé du texte 6">
            <a:extLst>
              <a:ext uri="{FF2B5EF4-FFF2-40B4-BE49-F238E27FC236}">
                <a16:creationId xmlns:a16="http://schemas.microsoft.com/office/drawing/2014/main" id="{A2CFB5EA-5CDD-B145-90DD-94839DBE83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39E25C5B-FF36-D24F-9112-79C1A39692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16959288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 - Slide de Fin, PGE Alternativ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18" name="TextBox 4">
            <a:extLst>
              <a:ext uri="{FF2B5EF4-FFF2-40B4-BE49-F238E27FC236}">
                <a16:creationId xmlns:a16="http://schemas.microsoft.com/office/drawing/2014/main" id="{6FF08487-B047-B04D-A6D6-3ECEEB5250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207839-40FF-E245-A08D-028E9A7D5849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99D75B2F-B2DF-2E4D-A579-411C6B6BD0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2D210D87-87B9-AA40-B2A2-0FF7EF03480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CB7888AC-FC7C-D746-9B1B-8F87518354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20384545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 - Slide de Fin, MSc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15" name="TextBox 4">
            <a:extLst>
              <a:ext uri="{FF2B5EF4-FFF2-40B4-BE49-F238E27FC236}">
                <a16:creationId xmlns:a16="http://schemas.microsoft.com/office/drawing/2014/main" id="{57389247-5F25-604C-8DFE-E7A5F206D28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20A83F-00CA-5B45-ACF4-3C86B80EFA2C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06AC1C5A-86D5-1B48-9CC1-E2DA9A0D2D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1FB4FDC0-84E5-2C4E-B814-A77091F027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5C9AF298-9BB1-9449-9687-030C2264D9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381192752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 - Slide de Fin, MSc Alternativ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18" name="TextBox 4">
            <a:extLst>
              <a:ext uri="{FF2B5EF4-FFF2-40B4-BE49-F238E27FC236}">
                <a16:creationId xmlns:a16="http://schemas.microsoft.com/office/drawing/2014/main" id="{22AE6354-1ED4-384D-9987-C669EF3FD1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2805B5-E163-A24D-826A-CED71952BE5B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2A98B302-607C-5149-A91D-6CE3B98EB3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7C83AA81-4DA0-044C-AF82-73A3CC4A13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17B0AAD5-5DCE-E64A-8621-97C2EBE9B2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23809459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 - Slide de Fin, MS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23" name="TextBox 4">
            <a:extLst>
              <a:ext uri="{FF2B5EF4-FFF2-40B4-BE49-F238E27FC236}">
                <a16:creationId xmlns:a16="http://schemas.microsoft.com/office/drawing/2014/main" id="{3FE87854-5C1B-FA46-AAA6-ABE982D426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932984-A6DD-5941-99A7-7A8FA4E7D87C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25" name="Sous-titre 2">
            <a:extLst>
              <a:ext uri="{FF2B5EF4-FFF2-40B4-BE49-F238E27FC236}">
                <a16:creationId xmlns:a16="http://schemas.microsoft.com/office/drawing/2014/main" id="{D9FA26D1-F269-B64E-8FAF-954C6F3CD5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26" name="Espace réservé du texte 6">
            <a:extLst>
              <a:ext uri="{FF2B5EF4-FFF2-40B4-BE49-F238E27FC236}">
                <a16:creationId xmlns:a16="http://schemas.microsoft.com/office/drawing/2014/main" id="{4AF1A6E3-B62F-6A43-B2BE-B2390E8154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27" name="Espace réservé du texte 3">
            <a:extLst>
              <a:ext uri="{FF2B5EF4-FFF2-40B4-BE49-F238E27FC236}">
                <a16:creationId xmlns:a16="http://schemas.microsoft.com/office/drawing/2014/main" id="{E9343FD5-F44D-9F46-B1F2-5AF5DABCC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14503594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4 - Slide de Fin, BB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18" name="TextBox 4">
            <a:extLst>
              <a:ext uri="{FF2B5EF4-FFF2-40B4-BE49-F238E27FC236}">
                <a16:creationId xmlns:a16="http://schemas.microsoft.com/office/drawing/2014/main" id="{280EDE67-8DCB-BF4A-ADC7-497363F3488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A61EDC-E186-A347-899B-DE30BFAF76E1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2DAEC1F7-7EA9-C647-A3F6-2E5CA120FD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9CDC698F-127E-A141-B920-A8B390A64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865FB44F-18B4-9141-A05C-B9C9B40507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19779963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 - Slide de Fin, BBA Alternativ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18" name="TextBox 4">
            <a:extLst>
              <a:ext uri="{FF2B5EF4-FFF2-40B4-BE49-F238E27FC236}">
                <a16:creationId xmlns:a16="http://schemas.microsoft.com/office/drawing/2014/main" id="{C087E127-3DEF-EA41-AF24-4A191A0594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7D34D3-03FC-8D4B-9C5B-A958B0CA0474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F701BE49-D02E-8242-BF2F-6EA1EFDFCD8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0DDFE6D4-7A13-7543-BDA6-5160AA1A5C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B93F07BE-2E3A-E64A-BF2D-83FEF0039A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98168936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6 - Slide de Fin, BBA in IB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18" name="TextBox 4">
            <a:extLst>
              <a:ext uri="{FF2B5EF4-FFF2-40B4-BE49-F238E27FC236}">
                <a16:creationId xmlns:a16="http://schemas.microsoft.com/office/drawing/2014/main" id="{9A0A1BC1-82FF-ED49-9F1F-BBDF260D1F8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4E2C87-C02A-5548-BC13-6251FE1D3596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B5BEE93C-7A90-9B41-AA83-AA8CAC0DC6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AB2741F9-30E6-8144-BE95-66AD37F76C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7E481B9C-2E89-1547-B64B-71E859895C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325273552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 - Slide de Fin, ESDHEM 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18" name="TextBox 4">
            <a:extLst>
              <a:ext uri="{FF2B5EF4-FFF2-40B4-BE49-F238E27FC236}">
                <a16:creationId xmlns:a16="http://schemas.microsoft.com/office/drawing/2014/main" id="{47CD6DA3-5BE1-0841-9845-534B173D4BC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F5C63C-9A36-B542-AD86-ED1161483249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B8C7B9BC-B758-7C4B-ABB0-6D320A3620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C57957E9-9ABA-6E44-9761-0A3676B987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B8D34DFF-C413-834F-BB69-1000AAFE35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366651811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 - Slide de Fin, Global Executive MB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18" name="TextBox 4">
            <a:extLst>
              <a:ext uri="{FF2B5EF4-FFF2-40B4-BE49-F238E27FC236}">
                <a16:creationId xmlns:a16="http://schemas.microsoft.com/office/drawing/2014/main" id="{F6E379D4-721D-714E-A1C9-6D6F05E5B9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6365B4-E886-D249-8DB3-9245AE580D23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48EBD50C-6C97-D248-AA63-D3DA3857A97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2ED40D31-FE0A-834A-AE22-EA59F6D9BB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EADB9FD6-4906-2148-B7EF-B8F1305FB4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244053328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9 - Slide de Fin, Taxe d'Apprentissag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18" name="TextBox 4">
            <a:extLst>
              <a:ext uri="{FF2B5EF4-FFF2-40B4-BE49-F238E27FC236}">
                <a16:creationId xmlns:a16="http://schemas.microsoft.com/office/drawing/2014/main" id="{74D02203-F3D9-0D4C-9A1D-E2BDDF53C6D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7EAC76-8F6B-2F47-BBF1-E8120F2C8D58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76D0D47C-616A-7542-8AA9-6EADBF6C6DF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05FCA357-BD3E-9043-9327-F27520556D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2FE5DBE5-797C-B64C-AEAA-8C311892B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100956283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re. Texte et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graphique 3"/>
          <p:cNvSpPr>
            <a:spLocks noGrp="1"/>
          </p:cNvSpPr>
          <p:nvPr>
            <p:ph type="chart"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endParaRPr lang="fr-FR" noProof="0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>
              <a:solidFill>
                <a:srgbClr val="FFFFFF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>
              <a:solidFill>
                <a:srgbClr val="FFFFFF"/>
              </a:solidFill>
            </a:endParaRP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526D545-96EE-4506-83FA-12FADEE05135}" type="slidenum">
              <a:rPr lang="en-US" altLang="fr-FR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en-US" alt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25523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0D458F2-A0CB-424B-BB00-8944F71E9FAC}" type="slidenum">
              <a:rPr lang="en-US" altLang="fr-FR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en-US" alt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13682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16AC299-35D8-4D7A-B402-FF2D1964489D}" type="slidenum">
              <a:rPr lang="en-US" altLang="fr-FR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en-US" alt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91941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endParaRPr lang="fr-FR" noProof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>
              <a:solidFill>
                <a:srgbClr val="FFFFFF"/>
              </a:solidFill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>
              <a:solidFill>
                <a:srgbClr val="FFFFFF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AD9BA01-BCEC-4D66-9EF2-D5E135F5C5E6}" type="slidenum">
              <a:rPr lang="en-US" altLang="fr-FR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en-US" alt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93721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5FDE6-FA74-4324-8A74-AA5D1D288D98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24D75-66E0-4E0F-9D65-BDFA6C7BA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087845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>
              <a:solidFill>
                <a:srgbClr val="FFFFFF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>
              <a:solidFill>
                <a:srgbClr val="FFFFFF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0D458F2-A0CB-424B-BB00-8944F71E9FAC}" type="slidenum">
              <a:rPr lang="en-US" altLang="fr-FR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en-US" alt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9657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5FDE6-FA74-4324-8A74-AA5D1D288D98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24D75-66E0-4E0F-9D65-BDFA6C7BA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149405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>
              <a:solidFill>
                <a:srgbClr val="FFFFFF"/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>
              <a:solidFill>
                <a:srgbClr val="FFFFFF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16AC299-35D8-4D7A-B402-FF2D1964489D}" type="slidenum">
              <a:rPr lang="en-US" altLang="fr-FR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en-US" alt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46378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5FDE6-FA74-4324-8A74-AA5D1D288D98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24D75-66E0-4E0F-9D65-BDFA6C7BA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503871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5FDE6-FA74-4324-8A74-AA5D1D288D98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24D75-66E0-4E0F-9D65-BDFA6C7BA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334884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5FDE6-FA74-4324-8A74-AA5D1D288D98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24D75-66E0-4E0F-9D65-BDFA6C7BA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516280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5FDE6-FA74-4324-8A74-AA5D1D288D98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24D75-66E0-4E0F-9D65-BDFA6C7BA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845538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5FDE6-FA74-4324-8A74-AA5D1D288D98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24D75-66E0-4E0F-9D65-BDFA6C7BA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680186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5FDE6-FA74-4324-8A74-AA5D1D288D98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24D75-66E0-4E0F-9D65-BDFA6C7BA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515947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5FDE6-FA74-4324-8A74-AA5D1D288D98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24D75-66E0-4E0F-9D65-BDFA6C7BA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990780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 - Slide de Fin, Marque | Homm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BAD5830-FA49-A74D-A845-C456CF02777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90B63BF1-66FD-6C41-8E9A-C7D6C86955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93CD5A-2A33-F441-8E44-BE6402135D97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637FD92E-74FD-FB42-8CBB-D3BD53EDFF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17" name="Espace réservé du texte 6">
            <a:extLst>
              <a:ext uri="{FF2B5EF4-FFF2-40B4-BE49-F238E27FC236}">
                <a16:creationId xmlns:a16="http://schemas.microsoft.com/office/drawing/2014/main" id="{60287718-B396-6844-9034-3C47E2814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64754CF-E499-F74D-B450-311083821B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7510016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- Marque | Homm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BAD5830-FA49-A74D-A845-C456CF02777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6" name="Sous-titre 2">
            <a:extLst>
              <a:ext uri="{FF2B5EF4-FFF2-40B4-BE49-F238E27FC236}">
                <a16:creationId xmlns:a16="http://schemas.microsoft.com/office/drawing/2014/main" id="{A3939EA5-5F23-FF46-813F-7271B86BB9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E7FE7583-58D8-8040-94EE-6B06C33B4F6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86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9730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1" r:id="rId3"/>
    <p:sldLayoutId id="2147483695" r:id="rId4"/>
    <p:sldLayoutId id="2147483696" r:id="rId5"/>
    <p:sldLayoutId id="2147483708" r:id="rId6"/>
    <p:sldLayoutId id="2147483690" r:id="rId7"/>
    <p:sldLayoutId id="2147483691" r:id="rId8"/>
    <p:sldLayoutId id="2147483697" r:id="rId9"/>
    <p:sldLayoutId id="2147483698" r:id="rId10"/>
    <p:sldLayoutId id="2147483699" r:id="rId11"/>
    <p:sldLayoutId id="2147483709" r:id="rId12"/>
    <p:sldLayoutId id="2147483710" r:id="rId13"/>
    <p:sldLayoutId id="2147483711" r:id="rId14"/>
    <p:sldLayoutId id="2147483712" r:id="rId15"/>
    <p:sldLayoutId id="2147483685" r:id="rId16"/>
    <p:sldLayoutId id="2147483664" r:id="rId17"/>
    <p:sldLayoutId id="2147483660" r:id="rId18"/>
    <p:sldLayoutId id="2147483688" r:id="rId19"/>
    <p:sldLayoutId id="2147483689" r:id="rId20"/>
    <p:sldLayoutId id="2147483662" r:id="rId21"/>
    <p:sldLayoutId id="2147483714" r:id="rId22"/>
    <p:sldLayoutId id="2147483715" r:id="rId23"/>
    <p:sldLayoutId id="2147483716" r:id="rId24"/>
    <p:sldLayoutId id="2147483717" r:id="rId25"/>
    <p:sldLayoutId id="2147483713" r:id="rId26"/>
    <p:sldLayoutId id="2147483718" r:id="rId27"/>
    <p:sldLayoutId id="2147483719" r:id="rId28"/>
    <p:sldLayoutId id="2147483702" r:id="rId29"/>
    <p:sldLayoutId id="2147483726" r:id="rId30"/>
    <p:sldLayoutId id="2147483728" r:id="rId31"/>
    <p:sldLayoutId id="2147483663" r:id="rId32"/>
    <p:sldLayoutId id="2147483679" r:id="rId33"/>
    <p:sldLayoutId id="2147483667" r:id="rId34"/>
    <p:sldLayoutId id="2147483681" r:id="rId35"/>
    <p:sldLayoutId id="2147483668" r:id="rId36"/>
    <p:sldLayoutId id="2147483677" r:id="rId37"/>
    <p:sldLayoutId id="2147483676" r:id="rId38"/>
    <p:sldLayoutId id="2147483683" r:id="rId39"/>
    <p:sldLayoutId id="2147483680" r:id="rId40"/>
    <p:sldLayoutId id="2147483669" r:id="rId41"/>
    <p:sldLayoutId id="2147483656" r:id="rId42"/>
    <p:sldLayoutId id="2147483682" r:id="rId43"/>
    <p:sldLayoutId id="2147483686" r:id="rId44"/>
    <p:sldLayoutId id="2147483684" r:id="rId45"/>
    <p:sldLayoutId id="2147483678" r:id="rId46"/>
    <p:sldLayoutId id="2147483687" r:id="rId47"/>
    <p:sldLayoutId id="2147483665" r:id="rId48"/>
    <p:sldLayoutId id="2147483666" r:id="rId49"/>
    <p:sldLayoutId id="2147483693" r:id="rId50"/>
    <p:sldLayoutId id="2147483721" r:id="rId51"/>
    <p:sldLayoutId id="2147483694" r:id="rId52"/>
    <p:sldLayoutId id="2147483703" r:id="rId53"/>
    <p:sldLayoutId id="2147483704" r:id="rId54"/>
    <p:sldLayoutId id="2147483705" r:id="rId55"/>
    <p:sldLayoutId id="2147483706" r:id="rId56"/>
    <p:sldLayoutId id="2147483720" r:id="rId57"/>
    <p:sldLayoutId id="2147483723" r:id="rId58"/>
    <p:sldLayoutId id="2147483724" r:id="rId59"/>
    <p:sldLayoutId id="2147483725" r:id="rId60"/>
    <p:sldLayoutId id="2147483785" r:id="rId61"/>
    <p:sldLayoutId id="2147483786" r:id="rId62"/>
    <p:sldLayoutId id="2147483787" r:id="rId63"/>
    <p:sldLayoutId id="2147483788" r:id="rId6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5FDE6-FA74-4324-8A74-AA5D1D288D98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24D75-66E0-4E0F-9D65-BDFA6C7BA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0247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5" r:id="rId12"/>
    <p:sldLayoutId id="214748380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wooclap.com/events/MZKCIY/0" TargetMode="External"/><Relationship Id="rId1" Type="http://schemas.openxmlformats.org/officeDocument/2006/relationships/slideLayout" Target="../slideLayouts/slideLayout7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1">
            <a:extLst>
              <a:ext uri="{FF2B5EF4-FFF2-40B4-BE49-F238E27FC236}">
                <a16:creationId xmlns:a16="http://schemas.microsoft.com/office/drawing/2014/main" id="{ECC107F5-1049-EE7A-0675-B94F55346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9713" y="2829931"/>
            <a:ext cx="7523922" cy="1159589"/>
          </a:xfrm>
        </p:spPr>
        <p:txBody>
          <a:bodyPr>
            <a:normAutofit/>
          </a:bodyPr>
          <a:lstStyle/>
          <a:p>
            <a:r>
              <a:rPr lang="fr-FR" sz="2000" dirty="0"/>
              <a:t>Money, Banking and International &amp; </a:t>
            </a:r>
            <a:r>
              <a:rPr lang="fr-FR" sz="2000" dirty="0" err="1"/>
              <a:t>Sustainable</a:t>
            </a:r>
            <a:r>
              <a:rPr lang="fr-FR" sz="2000" dirty="0"/>
              <a:t> Finance</a:t>
            </a:r>
          </a:p>
          <a:p>
            <a:r>
              <a:rPr lang="fr-FR" sz="1400" dirty="0"/>
              <a:t>Lecture 3</a:t>
            </a:r>
          </a:p>
          <a:p>
            <a:endParaRPr lang="fr-FR" sz="1400" dirty="0"/>
          </a:p>
          <a:p>
            <a:r>
              <a:rPr lang="fr-FR" sz="2000" dirty="0" err="1"/>
              <a:t>Regulation</a:t>
            </a:r>
            <a:endParaRPr lang="fr-FR" sz="2000" dirty="0"/>
          </a:p>
          <a:p>
            <a:endParaRPr lang="fr-FR" sz="16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762EEE-E220-BA2E-5045-C38AE2C009A2}"/>
              </a:ext>
            </a:extLst>
          </p:cNvPr>
          <p:cNvSpPr txBox="1">
            <a:spLocks/>
          </p:cNvSpPr>
          <p:nvPr/>
        </p:nvSpPr>
        <p:spPr>
          <a:xfrm>
            <a:off x="7624742" y="4584708"/>
            <a:ext cx="3406865" cy="20479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Prof. Dhafer SAIDANE</a:t>
            </a:r>
          </a:p>
        </p:txBody>
      </p:sp>
    </p:spTree>
    <p:extLst>
      <p:ext uri="{BB962C8B-B14F-4D97-AF65-F5344CB8AC3E}">
        <p14:creationId xmlns:p14="http://schemas.microsoft.com/office/powerpoint/2010/main" val="2531282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fr-FR" b="1" dirty="0">
                <a:solidFill>
                  <a:srgbClr val="FF0000"/>
                </a:solidFill>
              </a:rPr>
              <a:t>Banking Supervision: why ?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2423"/>
            <a:ext cx="10515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fr-FR" sz="3600" dirty="0"/>
              <a:t>The </a:t>
            </a:r>
            <a:r>
              <a:rPr lang="en-US" altLang="fr-FR" sz="3600" b="1" dirty="0"/>
              <a:t>failure </a:t>
            </a:r>
            <a:r>
              <a:rPr lang="en-US" altLang="fr-FR" sz="3600" dirty="0"/>
              <a:t>of international financial institutions (Lehman Brothers), cross-border banks (Fortis, </a:t>
            </a:r>
            <a:r>
              <a:rPr lang="en-US" altLang="fr-FR" sz="3600" dirty="0" err="1"/>
              <a:t>Dexia</a:t>
            </a:r>
            <a:r>
              <a:rPr lang="en-US" altLang="fr-FR" sz="3600" dirty="0"/>
              <a:t>) played a huge dangerous role during the global crisis 2007. </a:t>
            </a:r>
          </a:p>
          <a:p>
            <a:pPr>
              <a:defRPr/>
            </a:pPr>
            <a:endParaRPr lang="en-US" altLang="fr-FR" sz="3600" dirty="0"/>
          </a:p>
          <a:p>
            <a:pPr>
              <a:defRPr/>
            </a:pPr>
            <a:r>
              <a:rPr lang="en-US" altLang="fr-FR" sz="3600" dirty="0"/>
              <a:t>The banking </a:t>
            </a:r>
            <a:r>
              <a:rPr lang="en-US" altLang="fr-FR" sz="3600" b="1" dirty="0"/>
              <a:t>supervision has been increased </a:t>
            </a:r>
            <a:r>
              <a:rPr lang="en-US" altLang="fr-FR" sz="3600" dirty="0"/>
              <a:t>since the great global 2007 financial crisis (</a:t>
            </a:r>
            <a:r>
              <a:rPr lang="en-US" altLang="fr-FR" sz="3600" dirty="0">
                <a:solidFill>
                  <a:srgbClr val="FF0000"/>
                </a:solidFill>
              </a:rPr>
              <a:t>failure, bankruptcy, rescue</a:t>
            </a:r>
            <a:r>
              <a:rPr lang="en-US" altLang="fr-FR" sz="3600" dirty="0"/>
              <a:t>...).</a:t>
            </a:r>
          </a:p>
        </p:txBody>
      </p:sp>
    </p:spTree>
    <p:extLst>
      <p:ext uri="{BB962C8B-B14F-4D97-AF65-F5344CB8AC3E}">
        <p14:creationId xmlns:p14="http://schemas.microsoft.com/office/powerpoint/2010/main" val="2345883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843"/>
    </mc:Choice>
    <mc:Fallback xmlns="">
      <p:transition spd="slow" advTm="5784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06C1046-008B-7AD1-423B-D3FF5319771B}"/>
              </a:ext>
            </a:extLst>
          </p:cNvPr>
          <p:cNvSpPr txBox="1"/>
          <p:nvPr/>
        </p:nvSpPr>
        <p:spPr>
          <a:xfrm>
            <a:off x="228601" y="2413338"/>
            <a:ext cx="1068977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800" b="0" i="0" dirty="0">
                <a:effectLst/>
                <a:latin typeface="Open Sans" panose="020B0606030504020204" pitchFamily="34" charset="0"/>
              </a:rPr>
              <a:t>Banking Supervision contribute to keeping the banking system </a:t>
            </a:r>
            <a:r>
              <a:rPr lang="en-US" sz="2800" b="1" i="0" dirty="0">
                <a:effectLst/>
                <a:latin typeface="Open Sans" panose="020B0606030504020204" pitchFamily="34" charset="0"/>
              </a:rPr>
              <a:t>safe and sound…</a:t>
            </a:r>
            <a:r>
              <a:rPr lang="en-US" sz="2800" b="1" dirty="0">
                <a:solidFill>
                  <a:srgbClr val="FF0000"/>
                </a:solidFill>
                <a:latin typeface="Open Sans" panose="020B0606030504020204" pitchFamily="34" charset="0"/>
              </a:rPr>
              <a:t>more sustainable</a:t>
            </a:r>
            <a:r>
              <a:rPr lang="en-US" sz="2800" b="1" i="0" dirty="0">
                <a:effectLst/>
                <a:latin typeface="Open Sans" panose="020B0606030504020204" pitchFamily="34" charset="0"/>
              </a:rPr>
              <a:t> </a:t>
            </a:r>
          </a:p>
          <a:p>
            <a:pPr algn="l" fontAlgn="base"/>
            <a:endParaRPr lang="en-US" sz="2800" dirty="0">
              <a:latin typeface="Open Sans" panose="020B0606030504020204" pitchFamily="34" charset="0"/>
            </a:endParaRPr>
          </a:p>
          <a:p>
            <a:pPr algn="l" fontAlgn="base"/>
            <a:r>
              <a:rPr lang="en-US" sz="2800" b="0" i="0" dirty="0">
                <a:effectLst/>
                <a:latin typeface="Open Sans" panose="020B0606030504020204" pitchFamily="34" charset="0"/>
              </a:rPr>
              <a:t>Banking Supervision helps 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US" sz="2800" b="0" i="0" dirty="0">
                <a:effectLst/>
                <a:latin typeface="Open Sans" panose="020B0606030504020204" pitchFamily="34" charset="0"/>
              </a:rPr>
              <a:t>Keep your money safe </a:t>
            </a:r>
            <a:endParaRPr lang="en-US" sz="2800" dirty="0">
              <a:latin typeface="Open Sans" panose="020B0606030504020204" pitchFamily="34" charset="0"/>
            </a:endParaRPr>
          </a:p>
          <a:p>
            <a:pPr marL="514350" indent="-514350" algn="l" fontAlgn="base">
              <a:buFont typeface="+mj-lt"/>
              <a:buAutoNum type="arabicPeriod"/>
            </a:pPr>
            <a:r>
              <a:rPr lang="en-US" sz="2800" b="0" i="0" dirty="0">
                <a:effectLst/>
                <a:latin typeface="Open Sans" panose="020B0606030504020204" pitchFamily="34" charset="0"/>
              </a:rPr>
              <a:t>Ensures that banks can grant loans to people and firms.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F30D1E7-22F0-88F9-C3E8-74499E582D01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fr-FR" b="1" dirty="0">
                <a:solidFill>
                  <a:srgbClr val="FF0000"/>
                </a:solidFill>
              </a:rPr>
              <a:t>What’s Banking Supervision?</a:t>
            </a:r>
          </a:p>
        </p:txBody>
      </p:sp>
    </p:spTree>
    <p:extLst>
      <p:ext uri="{BB962C8B-B14F-4D97-AF65-F5344CB8AC3E}">
        <p14:creationId xmlns:p14="http://schemas.microsoft.com/office/powerpoint/2010/main" val="393688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4F121C2-3085-E185-76F7-01E1F34EC422}"/>
              </a:ext>
            </a:extLst>
          </p:cNvPr>
          <p:cNvSpPr txBox="1"/>
          <p:nvPr/>
        </p:nvSpPr>
        <p:spPr>
          <a:xfrm>
            <a:off x="598714" y="2828836"/>
            <a:ext cx="1029788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The big question for policymakers is:</a:t>
            </a:r>
          </a:p>
          <a:p>
            <a:endParaRPr lang="en-US" sz="3600" dirty="0"/>
          </a:p>
          <a:p>
            <a:r>
              <a:rPr lang="en-US" sz="3600" dirty="0"/>
              <a:t>Can we have a single </a:t>
            </a:r>
            <a:r>
              <a:rPr lang="en-US" sz="3600" b="1" dirty="0"/>
              <a:t>global banking supervisory authority</a:t>
            </a:r>
            <a:r>
              <a:rPr lang="en-US" sz="3600" dirty="0"/>
              <a:t> instead of several </a:t>
            </a:r>
            <a:r>
              <a:rPr lang="en-US" sz="3600" b="1" dirty="0"/>
              <a:t>national banking supervisors</a:t>
            </a:r>
            <a:r>
              <a:rPr lang="en-US" sz="3600" dirty="0"/>
              <a:t>?</a:t>
            </a:r>
            <a:endParaRPr lang="fr-FR" sz="36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535C752-7EAB-841A-66EB-5BC2FEDEFD11}"/>
              </a:ext>
            </a:extLst>
          </p:cNvPr>
          <p:cNvSpPr txBox="1"/>
          <p:nvPr/>
        </p:nvSpPr>
        <p:spPr>
          <a:xfrm>
            <a:off x="1371599" y="1197820"/>
            <a:ext cx="91882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 err="1">
                <a:solidFill>
                  <a:srgbClr val="FF0000"/>
                </a:solidFill>
              </a:rPr>
              <a:t>Who</a:t>
            </a:r>
            <a:r>
              <a:rPr lang="fr-FR" sz="3600" b="1" dirty="0">
                <a:solidFill>
                  <a:srgbClr val="FF0000"/>
                </a:solidFill>
              </a:rPr>
              <a:t> can supervise Banks </a:t>
            </a:r>
            <a:r>
              <a:rPr lang="fr-FR" sz="3600" b="1" dirty="0" err="1">
                <a:solidFill>
                  <a:srgbClr val="FF0000"/>
                </a:solidFill>
              </a:rPr>
              <a:t>around</a:t>
            </a:r>
            <a:r>
              <a:rPr lang="fr-FR" sz="3600" b="1" dirty="0">
                <a:solidFill>
                  <a:srgbClr val="FF0000"/>
                </a:solidFill>
              </a:rPr>
              <a:t> the world? </a:t>
            </a:r>
          </a:p>
        </p:txBody>
      </p:sp>
    </p:spTree>
    <p:extLst>
      <p:ext uri="{BB962C8B-B14F-4D97-AF65-F5344CB8AC3E}">
        <p14:creationId xmlns:p14="http://schemas.microsoft.com/office/powerpoint/2010/main" val="2334983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fr-FR" b="1" dirty="0">
                <a:solidFill>
                  <a:srgbClr val="FF0000"/>
                </a:solidFill>
              </a:rPr>
              <a:t>Regulating International Banking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altLang="fr-FR" sz="3600" dirty="0"/>
              <a:t>In the US, monitoring/regulating of US banks is done by both the Fed, </a:t>
            </a:r>
            <a:r>
              <a:rPr lang="en-US" altLang="fr-FR" sz="3600" b="1" dirty="0"/>
              <a:t>Office of the Comptroller of the Currency </a:t>
            </a:r>
            <a:r>
              <a:rPr lang="en-US" altLang="fr-FR" sz="3600" dirty="0"/>
              <a:t>(OCC), and </a:t>
            </a:r>
            <a:r>
              <a:rPr lang="en-US" altLang="fr-FR" sz="3600" b="1" dirty="0"/>
              <a:t>FDIC</a:t>
            </a:r>
            <a:r>
              <a:rPr lang="en-US" altLang="fr-FR" sz="3600" dirty="0"/>
              <a:t>.  </a:t>
            </a:r>
          </a:p>
          <a:p>
            <a:pPr eaLnBrk="1" hangingPunct="1">
              <a:defRPr/>
            </a:pPr>
            <a:r>
              <a:rPr lang="en-US" altLang="fr-FR" sz="3600" dirty="0"/>
              <a:t>British Banks in England are regulated by the </a:t>
            </a:r>
            <a:r>
              <a:rPr lang="en-US" altLang="fr-FR" sz="3600" b="1" dirty="0"/>
              <a:t>Bank of England.</a:t>
            </a:r>
          </a:p>
          <a:p>
            <a:pPr marL="0" indent="0" eaLnBrk="1" hangingPunct="1">
              <a:buNone/>
              <a:defRPr/>
            </a:pPr>
            <a:endParaRPr lang="en-US" altLang="fr-FR" sz="3600" b="1" dirty="0"/>
          </a:p>
          <a:p>
            <a:pPr marL="0" indent="0" eaLnBrk="1" hangingPunct="1">
              <a:buNone/>
              <a:defRPr/>
            </a:pPr>
            <a:r>
              <a:rPr lang="en-US" altLang="fr-FR" sz="3600" dirty="0">
                <a:solidFill>
                  <a:srgbClr val="FF0000"/>
                </a:solidFill>
              </a:rPr>
              <a:t>Who regulates British banks in the US or US Banks in Britain?</a:t>
            </a:r>
          </a:p>
          <a:p>
            <a:pPr marL="0" indent="0" algn="just">
              <a:buNone/>
              <a:defRPr/>
            </a:pPr>
            <a:endParaRPr lang="en-US" altLang="fr-FR" sz="3600"/>
          </a:p>
          <a:p>
            <a:pPr marL="0" indent="0" algn="just">
              <a:buNone/>
              <a:defRPr/>
            </a:pPr>
            <a:r>
              <a:rPr lang="en-US" altLang="fr-FR" sz="3600"/>
              <a:t>The </a:t>
            </a:r>
            <a:r>
              <a:rPr lang="en-US" altLang="fr-FR" sz="3600" dirty="0"/>
              <a:t>US adopted the </a:t>
            </a:r>
            <a:r>
              <a:rPr lang="en-US" altLang="fr-FR" sz="3600" b="1" dirty="0"/>
              <a:t>Foreign Bank Supervision Act </a:t>
            </a:r>
            <a:r>
              <a:rPr lang="en-US" altLang="fr-FR" sz="3600" dirty="0"/>
              <a:t>giving the Fed and OCC greater control over foreign banks.</a:t>
            </a:r>
          </a:p>
          <a:p>
            <a:pPr algn="ctr" eaLnBrk="1" hangingPunct="1">
              <a:defRPr/>
            </a:pPr>
            <a:endParaRPr lang="en-US" altLang="fr-FR" sz="3600" dirty="0"/>
          </a:p>
        </p:txBody>
      </p:sp>
    </p:spTree>
    <p:extLst>
      <p:ext uri="{BB962C8B-B14F-4D97-AF65-F5344CB8AC3E}">
        <p14:creationId xmlns:p14="http://schemas.microsoft.com/office/powerpoint/2010/main" val="3296275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014"/>
    </mc:Choice>
    <mc:Fallback xmlns="">
      <p:transition spd="slow" advTm="9101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fr-FR" b="1" dirty="0">
                <a:solidFill>
                  <a:srgbClr val="FF0000"/>
                </a:solidFill>
              </a:rPr>
              <a:t>Problems with International Regulation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buNone/>
              <a:defRPr/>
            </a:pPr>
            <a:r>
              <a:rPr lang="en-US" altLang="fr-FR" sz="4000" dirty="0"/>
              <a:t>The key issue is that the banking industry in the USA, Japan, China, and  Europe is fundamentally different.</a:t>
            </a:r>
          </a:p>
        </p:txBody>
      </p:sp>
    </p:spTree>
    <p:extLst>
      <p:ext uri="{BB962C8B-B14F-4D97-AF65-F5344CB8AC3E}">
        <p14:creationId xmlns:p14="http://schemas.microsoft.com/office/powerpoint/2010/main" val="71642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019"/>
    </mc:Choice>
    <mc:Fallback xmlns="">
      <p:transition spd="slow" advTm="3301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A2884196-54C3-4875-AF1F-8CF562B41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D7BB7C70-B436-4B62-9DAF-6D7F0592C8AE}" type="slidenum">
              <a:rPr lang="fr-FR" altLang="fr-FR" sz="140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7</a:t>
            </a:fld>
            <a:endParaRPr lang="fr-FR" altLang="fr-FR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9" name="Text Box 1">
            <a:extLst>
              <a:ext uri="{FF2B5EF4-FFF2-40B4-BE49-F238E27FC236}">
                <a16:creationId xmlns:a16="http://schemas.microsoft.com/office/drawing/2014/main" id="{058E9428-43D5-48B2-BE38-C4C369FFD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143" y="549275"/>
            <a:ext cx="11157735" cy="5634492"/>
          </a:xfrm>
          <a:prstGeom prst="rect">
            <a:avLst/>
          </a:prstGeom>
          <a:noFill/>
          <a:ln w="936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t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just">
              <a:buClr>
                <a:srgbClr val="FF0000"/>
              </a:buClr>
              <a:buFont typeface="Wingdings 3" panose="05040102010807070707" pitchFamily="18" charset="2"/>
              <a:buNone/>
            </a:pPr>
            <a:r>
              <a:rPr lang="en-US" altLang="fr-FR" sz="2800" dirty="0">
                <a:solidFill>
                  <a:srgbClr val="FF0000"/>
                </a:solidFill>
                <a:highlight>
                  <a:srgbClr val="FFFF00"/>
                </a:highlight>
                <a:latin typeface="Arial Unicode MS"/>
                <a:ea typeface="Arial Unicode MS"/>
                <a:cs typeface="Arial Unicode MS"/>
              </a:rPr>
              <a:t>There are two categories of financial systems around the World</a:t>
            </a:r>
          </a:p>
          <a:p>
            <a:pPr algn="just">
              <a:buClr>
                <a:srgbClr val="FF0000"/>
              </a:buClr>
              <a:buFont typeface="Wingdings 3" panose="05040102010807070707" pitchFamily="18" charset="2"/>
              <a:buNone/>
            </a:pPr>
            <a:endParaRPr lang="en-US" altLang="fr-FR" sz="2800" u="sng" dirty="0">
              <a:solidFill>
                <a:schemeClr val="tx1"/>
              </a:solidFill>
            </a:endParaRPr>
          </a:p>
          <a:p>
            <a:pPr algn="just">
              <a:buClr>
                <a:srgbClr val="FF0000"/>
              </a:buClr>
              <a:buFont typeface="Wingdings 3" panose="05040102010807070707" pitchFamily="18" charset="2"/>
              <a:buNone/>
            </a:pPr>
            <a:r>
              <a:rPr lang="en-US" altLang="fr-FR" sz="2800" b="1" dirty="0">
                <a:solidFill>
                  <a:schemeClr val="tx1"/>
                </a:solidFill>
              </a:rPr>
              <a:t>The first </a:t>
            </a:r>
            <a:r>
              <a:rPr lang="en-US" altLang="fr-FR" sz="2800" dirty="0">
                <a:solidFill>
                  <a:schemeClr val="tx1"/>
                </a:solidFill>
              </a:rPr>
              <a:t>is dominated by the bank: "Bank Based”.</a:t>
            </a:r>
          </a:p>
          <a:p>
            <a:pPr algn="just">
              <a:buClr>
                <a:srgbClr val="FF0000"/>
              </a:buClr>
              <a:buFont typeface="Wingdings 3" panose="05040102010807070707" pitchFamily="18" charset="2"/>
              <a:buNone/>
            </a:pPr>
            <a:r>
              <a:rPr lang="en-US" altLang="fr-FR" sz="2800" dirty="0">
                <a:solidFill>
                  <a:schemeClr val="tx1"/>
                </a:solidFill>
              </a:rPr>
              <a:t>The case of the German system "</a:t>
            </a:r>
            <a:r>
              <a:rPr lang="en-US" altLang="fr-FR" sz="2800" dirty="0" err="1">
                <a:solidFill>
                  <a:schemeClr val="tx1"/>
                </a:solidFill>
              </a:rPr>
              <a:t>Hausbank</a:t>
            </a:r>
            <a:r>
              <a:rPr lang="en-US" altLang="fr-FR" sz="2800" dirty="0">
                <a:solidFill>
                  <a:schemeClr val="tx1"/>
                </a:solidFill>
              </a:rPr>
              <a:t>" or Japanese system "Keiretsu“ (</a:t>
            </a:r>
            <a:r>
              <a:rPr lang="en-US" altLang="fr-FR" sz="2800" i="1" dirty="0">
                <a:solidFill>
                  <a:schemeClr val="tx1"/>
                </a:solidFill>
              </a:rPr>
              <a:t>Auto-economy</a:t>
            </a:r>
            <a:r>
              <a:rPr lang="en-US" altLang="fr-FR" sz="2800" dirty="0">
                <a:solidFill>
                  <a:schemeClr val="tx1"/>
                </a:solidFill>
              </a:rPr>
              <a:t> or </a:t>
            </a:r>
            <a:r>
              <a:rPr lang="en-US" altLang="fr-FR" sz="2800" i="1" dirty="0">
                <a:solidFill>
                  <a:schemeClr val="tx1"/>
                </a:solidFill>
              </a:rPr>
              <a:t>Economy of Debt </a:t>
            </a:r>
            <a:r>
              <a:rPr lang="en-US" altLang="fr-FR" sz="2800" dirty="0">
                <a:solidFill>
                  <a:schemeClr val="tx1"/>
                </a:solidFill>
              </a:rPr>
              <a:t>J. Hicks 1974). (Continental Europe and Japanese Model).</a:t>
            </a:r>
          </a:p>
          <a:p>
            <a:pPr algn="just">
              <a:buClr>
                <a:srgbClr val="FF0000"/>
              </a:buClr>
              <a:buFont typeface="Wingdings 3" panose="05040102010807070707" pitchFamily="18" charset="2"/>
              <a:buNone/>
            </a:pPr>
            <a:endParaRPr lang="en-US" altLang="fr-FR" sz="2800" dirty="0">
              <a:solidFill>
                <a:schemeClr val="tx1"/>
              </a:solidFill>
            </a:endParaRPr>
          </a:p>
          <a:p>
            <a:pPr algn="just">
              <a:buClr>
                <a:srgbClr val="FF0000"/>
              </a:buClr>
              <a:buFont typeface="Wingdings 3" panose="05040102010807070707" pitchFamily="18" charset="2"/>
              <a:buNone/>
            </a:pPr>
            <a:r>
              <a:rPr lang="en-US" altLang="fr-FR" sz="2800" b="1" dirty="0">
                <a:solidFill>
                  <a:schemeClr val="tx1"/>
                </a:solidFill>
              </a:rPr>
              <a:t>The second </a:t>
            </a:r>
            <a:r>
              <a:rPr lang="en-US" altLang="fr-FR" sz="2800" dirty="0">
                <a:solidFill>
                  <a:schemeClr val="tx1"/>
                </a:solidFill>
              </a:rPr>
              <a:t>is dominated by the financial market "Market Based" (</a:t>
            </a:r>
            <a:r>
              <a:rPr lang="en-US" altLang="fr-FR" sz="2800" i="1" dirty="0">
                <a:solidFill>
                  <a:schemeClr val="tx1"/>
                </a:solidFill>
              </a:rPr>
              <a:t>Overdraft economy</a:t>
            </a:r>
            <a:r>
              <a:rPr lang="en-US" altLang="fr-FR" sz="2800" dirty="0">
                <a:solidFill>
                  <a:schemeClr val="tx1"/>
                </a:solidFill>
              </a:rPr>
              <a:t> or Economy of Market J. Hicks 1974) – (American and English system).</a:t>
            </a:r>
          </a:p>
          <a:p>
            <a:pPr algn="just">
              <a:buClr>
                <a:srgbClr val="FF0000"/>
              </a:buClr>
              <a:buFont typeface="Wingdings 3" panose="05040102010807070707" pitchFamily="18" charset="2"/>
              <a:buNone/>
            </a:pPr>
            <a:endParaRPr lang="en-US" altLang="fr-FR" sz="2800" dirty="0">
              <a:solidFill>
                <a:schemeClr val="tx1"/>
              </a:solidFill>
            </a:endParaRPr>
          </a:p>
          <a:p>
            <a:pPr algn="just">
              <a:buClr>
                <a:srgbClr val="FF0000"/>
              </a:buClr>
              <a:buFont typeface="Wingdings 3" panose="05040102010807070707" pitchFamily="18" charset="2"/>
              <a:buNone/>
            </a:pPr>
            <a:r>
              <a:rPr lang="en-US" altLang="fr-FR" dirty="0">
                <a:solidFill>
                  <a:schemeClr val="tx1"/>
                </a:solidFill>
              </a:rPr>
              <a:t>Note: The nature of </a:t>
            </a:r>
            <a:r>
              <a:rPr lang="en-US" altLang="fr-FR" b="1" dirty="0">
                <a:solidFill>
                  <a:schemeClr val="tx1"/>
                </a:solidFill>
              </a:rPr>
              <a:t>financial instruments </a:t>
            </a:r>
            <a:r>
              <a:rPr lang="en-US" altLang="fr-FR" dirty="0">
                <a:solidFill>
                  <a:schemeClr val="tx1"/>
                </a:solidFill>
              </a:rPr>
              <a:t>to manage liquidity and risk also differs depending on the existing system</a:t>
            </a:r>
            <a:r>
              <a:rPr lang="en-US" altLang="fr-FR" sz="2800" dirty="0">
                <a:solidFill>
                  <a:schemeClr val="tx1"/>
                </a:solidFill>
              </a:rPr>
              <a:t>.</a:t>
            </a:r>
            <a:endParaRPr lang="fr-FR" altLang="fr-FR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advTm="6833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7D68837A-554A-454C-8898-FAD6CEE95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A5C90AE7-411F-427C-941A-77A58A2FC664}" type="slidenum">
              <a:rPr lang="fr-FR" altLang="fr-FR" sz="140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8</a:t>
            </a:fld>
            <a:endParaRPr lang="fr-FR" altLang="fr-FR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297" name="Rectangle 1">
            <a:extLst>
              <a:ext uri="{FF2B5EF4-FFF2-40B4-BE49-F238E27FC236}">
                <a16:creationId xmlns:a16="http://schemas.microsoft.com/office/drawing/2014/main" id="{0F96F3A7-3CFF-4811-B38B-F31A70CE274A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65771" y="1981200"/>
            <a:ext cx="10531011" cy="4114800"/>
          </a:xfrm>
        </p:spPr>
        <p:txBody>
          <a:bodyPr anchor="t"/>
          <a:lstStyle/>
          <a:p>
            <a:pPr marL="341313" indent="-341313" algn="ctr">
              <a:spcBef>
                <a:spcPts val="800"/>
              </a:spcBef>
              <a:buClr>
                <a:srgbClr val="000000"/>
              </a:buClr>
              <a:buFont typeface="Monotype Sorts" charset="2"/>
              <a:buChar char="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fr-FR" sz="3200" b="1" dirty="0">
                <a:solidFill>
                  <a:srgbClr val="CC3300"/>
                </a:solidFill>
                <a:latin typeface="Arial Unicode MS" pitchFamily="34" charset="-128"/>
              </a:rPr>
              <a:t>Bank </a:t>
            </a:r>
            <a:r>
              <a:rPr lang="fr-FR" sz="3200" b="1" dirty="0" err="1">
                <a:solidFill>
                  <a:srgbClr val="CC3300"/>
                </a:solidFill>
                <a:latin typeface="Arial Unicode MS" pitchFamily="34" charset="-128"/>
              </a:rPr>
              <a:t>Based</a:t>
            </a:r>
            <a:r>
              <a:rPr lang="fr-FR" sz="3200" b="1" i="1" dirty="0">
                <a:solidFill>
                  <a:srgbClr val="CC3300"/>
                </a:solidFill>
                <a:latin typeface="Arial Unicode MS" pitchFamily="34" charset="-128"/>
              </a:rPr>
              <a:t> vs </a:t>
            </a:r>
            <a:r>
              <a:rPr lang="fr-FR" sz="3200" b="1" dirty="0" err="1">
                <a:solidFill>
                  <a:srgbClr val="CC3300"/>
                </a:solidFill>
                <a:latin typeface="Arial Unicode MS" pitchFamily="34" charset="-128"/>
              </a:rPr>
              <a:t>Market</a:t>
            </a:r>
            <a:r>
              <a:rPr lang="fr-FR" sz="3200" b="1" dirty="0">
                <a:solidFill>
                  <a:srgbClr val="CC3300"/>
                </a:solidFill>
                <a:latin typeface="Arial Unicode MS" pitchFamily="34" charset="-128"/>
              </a:rPr>
              <a:t> </a:t>
            </a:r>
            <a:r>
              <a:rPr lang="fr-FR" sz="3200" b="1" dirty="0" err="1">
                <a:solidFill>
                  <a:srgbClr val="CC3300"/>
                </a:solidFill>
                <a:latin typeface="Arial Unicode MS" pitchFamily="34" charset="-128"/>
              </a:rPr>
              <a:t>Based</a:t>
            </a:r>
            <a:r>
              <a:rPr lang="fr-FR" sz="3200" b="1" dirty="0">
                <a:solidFill>
                  <a:srgbClr val="CC3300"/>
                </a:solidFill>
                <a:latin typeface="Arial Unicode MS" pitchFamily="34" charset="-128"/>
              </a:rPr>
              <a:t> </a:t>
            </a:r>
          </a:p>
        </p:txBody>
      </p:sp>
      <p:sp>
        <p:nvSpPr>
          <p:cNvPr id="10244" name="Line 2">
            <a:extLst>
              <a:ext uri="{FF2B5EF4-FFF2-40B4-BE49-F238E27FC236}">
                <a16:creationId xmlns:a16="http://schemas.microsoft.com/office/drawing/2014/main" id="{8E065477-55B1-4265-96DB-1E11E9F273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0014" y="3789364"/>
            <a:ext cx="6408737" cy="1587"/>
          </a:xfrm>
          <a:prstGeom prst="line">
            <a:avLst/>
          </a:prstGeom>
          <a:noFill/>
          <a:ln w="76320">
            <a:solidFill>
              <a:srgbClr val="333333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E1F6970E-D243-487C-88C2-75ABAA4CF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8339" y="3141663"/>
            <a:ext cx="1949424" cy="46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>
              <a:spcBef>
                <a:spcPts val="1500"/>
              </a:spcBef>
              <a:buClr>
                <a:srgbClr val="FF3300"/>
              </a:buClr>
            </a:pPr>
            <a:r>
              <a:rPr lang="fr-FR" altLang="fr-FR" b="1" i="1">
                <a:solidFill>
                  <a:srgbClr val="FF3300"/>
                </a:solidFill>
                <a:latin typeface="Arial" panose="020B0604020202020204" pitchFamily="34" charset="0"/>
              </a:rPr>
              <a:t>Bank Based</a:t>
            </a:r>
          </a:p>
        </p:txBody>
      </p:sp>
      <p:sp>
        <p:nvSpPr>
          <p:cNvPr id="10246" name="Rectangle 4">
            <a:extLst>
              <a:ext uri="{FF2B5EF4-FFF2-40B4-BE49-F238E27FC236}">
                <a16:creationId xmlns:a16="http://schemas.microsoft.com/office/drawing/2014/main" id="{21585B7B-2EAE-4E90-9F80-D18A6244B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8093" y="3213100"/>
            <a:ext cx="1297002" cy="46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>
              <a:spcBef>
                <a:spcPts val="1500"/>
              </a:spcBef>
              <a:buClr>
                <a:srgbClr val="FF3300"/>
              </a:buClr>
            </a:pPr>
            <a:r>
              <a:rPr lang="fr-FR" altLang="fr-FR" b="1" i="1">
                <a:solidFill>
                  <a:srgbClr val="FF3300"/>
                </a:solidFill>
                <a:latin typeface="Arial" panose="020B0604020202020204" pitchFamily="34" charset="0"/>
              </a:rPr>
              <a:t>« Mix</a:t>
            </a:r>
            <a:r>
              <a:rPr lang="fr-FR" altLang="fr-FR" b="1">
                <a:solidFill>
                  <a:srgbClr val="FF3300"/>
                </a:solidFill>
                <a:latin typeface="Arial" panose="020B0604020202020204" pitchFamily="34" charset="0"/>
              </a:rPr>
              <a:t>  »</a:t>
            </a:r>
          </a:p>
        </p:txBody>
      </p:sp>
      <p:sp>
        <p:nvSpPr>
          <p:cNvPr id="10247" name="Rectangle 5">
            <a:extLst>
              <a:ext uri="{FF2B5EF4-FFF2-40B4-BE49-F238E27FC236}">
                <a16:creationId xmlns:a16="http://schemas.microsoft.com/office/drawing/2014/main" id="{7D8FFEA7-C67C-40C8-80E1-881324B14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1401" y="4513264"/>
            <a:ext cx="2341563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>
              <a:lnSpc>
                <a:spcPct val="50000"/>
              </a:lnSpc>
              <a:spcBef>
                <a:spcPts val="1500"/>
              </a:spcBef>
            </a:pPr>
            <a:r>
              <a:rPr lang="fr-FR" altLang="fr-FR" b="1" i="1">
                <a:solidFill>
                  <a:srgbClr val="006666"/>
                </a:solidFill>
                <a:latin typeface="Arial" panose="020B0604020202020204" pitchFamily="34" charset="0"/>
              </a:rPr>
              <a:t>Auto-economy</a:t>
            </a:r>
          </a:p>
        </p:txBody>
      </p:sp>
      <p:sp>
        <p:nvSpPr>
          <p:cNvPr id="10248" name="Rectangle 6">
            <a:extLst>
              <a:ext uri="{FF2B5EF4-FFF2-40B4-BE49-F238E27FC236}">
                <a16:creationId xmlns:a16="http://schemas.microsoft.com/office/drawing/2014/main" id="{395DACF8-A552-442A-9785-0B20F095F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664" y="4614864"/>
            <a:ext cx="30940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>
              <a:lnSpc>
                <a:spcPct val="40000"/>
              </a:lnSpc>
              <a:spcBef>
                <a:spcPts val="1500"/>
              </a:spcBef>
            </a:pPr>
            <a:r>
              <a:rPr lang="fr-FR" altLang="fr-FR" b="1" i="1">
                <a:solidFill>
                  <a:srgbClr val="006666"/>
                </a:solidFill>
                <a:latin typeface="Arial" panose="020B0604020202020204" pitchFamily="34" charset="0"/>
              </a:rPr>
              <a:t>Overdraft economy </a:t>
            </a:r>
          </a:p>
        </p:txBody>
      </p:sp>
      <p:sp>
        <p:nvSpPr>
          <p:cNvPr id="10249" name="AutoShape 7">
            <a:extLst>
              <a:ext uri="{FF2B5EF4-FFF2-40B4-BE49-F238E27FC236}">
                <a16:creationId xmlns:a16="http://schemas.microsoft.com/office/drawing/2014/main" id="{ED96B4F4-841B-4442-8EC0-B363D26D1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176" y="3933825"/>
            <a:ext cx="360363" cy="503238"/>
          </a:xfrm>
          <a:prstGeom prst="upArrow">
            <a:avLst>
              <a:gd name="adj1" fmla="val 50000"/>
              <a:gd name="adj2" fmla="val 34912"/>
            </a:avLst>
          </a:prstGeom>
          <a:solidFill>
            <a:srgbClr val="333300"/>
          </a:solidFill>
          <a:ln w="9360">
            <a:solidFill>
              <a:srgbClr val="333333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endParaRPr lang="fr-FR" altLang="fr-FR"/>
          </a:p>
        </p:txBody>
      </p:sp>
      <p:sp>
        <p:nvSpPr>
          <p:cNvPr id="10250" name="Rectangle 8">
            <a:extLst>
              <a:ext uri="{FF2B5EF4-FFF2-40B4-BE49-F238E27FC236}">
                <a16:creationId xmlns:a16="http://schemas.microsoft.com/office/drawing/2014/main" id="{FBB84120-B369-44E0-94B0-D20249C6A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7735" y="3284538"/>
            <a:ext cx="2274833" cy="46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33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>
              <a:spcBef>
                <a:spcPts val="1500"/>
              </a:spcBef>
              <a:buClr>
                <a:srgbClr val="FF3300"/>
              </a:buClr>
            </a:pPr>
            <a:r>
              <a:rPr lang="fr-FR" altLang="fr-FR" b="1" i="1">
                <a:solidFill>
                  <a:srgbClr val="FF3300"/>
                </a:solidFill>
                <a:latin typeface="Arial" panose="020B0604020202020204" pitchFamily="34" charset="0"/>
              </a:rPr>
              <a:t>Market Based</a:t>
            </a:r>
            <a:r>
              <a:rPr lang="fr-FR" altLang="fr-FR" b="1">
                <a:solidFill>
                  <a:srgbClr val="FF3300"/>
                </a:solidFill>
                <a:latin typeface="Arial" panose="020B0604020202020204" pitchFamily="34" charset="0"/>
              </a:rPr>
              <a:t> 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1E135A1-6375-0250-EB68-9305C8D39707}"/>
              </a:ext>
            </a:extLst>
          </p:cNvPr>
          <p:cNvSpPr txBox="1"/>
          <p:nvPr/>
        </p:nvSpPr>
        <p:spPr>
          <a:xfrm>
            <a:off x="1730829" y="5225143"/>
            <a:ext cx="2427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Banking Risk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3915322-F797-D2DE-0888-A4B641B61190}"/>
              </a:ext>
            </a:extLst>
          </p:cNvPr>
          <p:cNvSpPr txBox="1"/>
          <p:nvPr/>
        </p:nvSpPr>
        <p:spPr>
          <a:xfrm>
            <a:off x="7205664" y="5225143"/>
            <a:ext cx="2427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/>
              <a:t>Market</a:t>
            </a:r>
            <a:r>
              <a:rPr lang="fr-FR" b="1" dirty="0"/>
              <a:t> Risk</a:t>
            </a:r>
          </a:p>
        </p:txBody>
      </p:sp>
    </p:spTree>
  </p:cSld>
  <p:clrMapOvr>
    <a:masterClrMapping/>
  </p:clrMapOvr>
  <p:transition advTm="27455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44514"/>
            <a:ext cx="8229600" cy="60642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fr-FR" b="1" dirty="0">
                <a:solidFill>
                  <a:srgbClr val="FF0000"/>
                </a:solidFill>
              </a:rPr>
              <a:t>European Banking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US" altLang="fr-FR" sz="3600" dirty="0"/>
              <a:t>European companies are more “Bank Based” than “Market Based”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fr-FR" sz="3600" dirty="0"/>
              <a:t>Unlike the US, European Banks are allowed to diversify their activities between Retail and Investment banking</a:t>
            </a:r>
            <a:r>
              <a:rPr lang="en-US" altLang="fr-FR" sz="3600" b="1" dirty="0"/>
              <a:t> </a:t>
            </a:r>
            <a:r>
              <a:rPr lang="en-US" altLang="fr-FR" sz="3600" dirty="0"/>
              <a:t>(universal banking)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fr-FR" sz="3600" dirty="0"/>
              <a:t>in Europe, banks are </a:t>
            </a:r>
            <a:r>
              <a:rPr lang="en-US" altLang="fr-FR" sz="3600" b="1" dirty="0"/>
              <a:t>more stakeholders-oriented than shareholders. 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fr-FR" sz="3600" dirty="0"/>
              <a:t>Banks rely much more on </a:t>
            </a:r>
            <a:r>
              <a:rPr lang="en-US" altLang="fr-FR" sz="3600" b="1" dirty="0"/>
              <a:t>loans</a:t>
            </a:r>
            <a:r>
              <a:rPr lang="en-US" altLang="fr-FR" sz="3600" dirty="0"/>
              <a:t> than the </a:t>
            </a:r>
            <a:r>
              <a:rPr lang="en-US" altLang="fr-FR" sz="3600" b="1" dirty="0"/>
              <a:t>Stock Exchange</a:t>
            </a:r>
            <a:r>
              <a:rPr lang="en-US" altLang="fr-FR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3646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001"/>
    </mc:Choice>
    <mc:Fallback xmlns="">
      <p:transition spd="slow" advTm="4800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44514"/>
            <a:ext cx="8229600" cy="60642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fr-FR" b="1" dirty="0">
                <a:solidFill>
                  <a:srgbClr val="FF0000"/>
                </a:solidFill>
              </a:rPr>
              <a:t>Japanese Banking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fr-FR" sz="3200" dirty="0"/>
              <a:t>Japanese industry is organized into industrial groups (keiretsu)</a:t>
            </a:r>
          </a:p>
          <a:p>
            <a:pPr lvl="1" eaLnBrk="1" hangingPunct="1">
              <a:defRPr/>
            </a:pPr>
            <a:r>
              <a:rPr lang="en-US" altLang="fr-FR" sz="2800" dirty="0"/>
              <a:t>Mitsubishi</a:t>
            </a:r>
          </a:p>
          <a:p>
            <a:pPr lvl="1" eaLnBrk="1" hangingPunct="1">
              <a:defRPr/>
            </a:pPr>
            <a:r>
              <a:rPr lang="en-US" altLang="fr-FR" sz="2800" dirty="0"/>
              <a:t>Mitsui</a:t>
            </a:r>
          </a:p>
          <a:p>
            <a:pPr lvl="1" eaLnBrk="1" hangingPunct="1">
              <a:defRPr/>
            </a:pPr>
            <a:r>
              <a:rPr lang="en-US" altLang="fr-FR" sz="2800" dirty="0"/>
              <a:t>Sumitomo</a:t>
            </a:r>
          </a:p>
          <a:p>
            <a:pPr lvl="1" eaLnBrk="1" hangingPunct="1">
              <a:defRPr/>
            </a:pPr>
            <a:r>
              <a:rPr lang="en-US" altLang="fr-FR" sz="2800" dirty="0"/>
              <a:t>Fuyo</a:t>
            </a:r>
          </a:p>
          <a:p>
            <a:pPr lvl="1" eaLnBrk="1" hangingPunct="1">
              <a:defRPr/>
            </a:pPr>
            <a:r>
              <a:rPr lang="en-US" altLang="fr-FR" sz="2800" dirty="0" err="1"/>
              <a:t>Daiichii</a:t>
            </a:r>
            <a:endParaRPr lang="en-US" altLang="fr-FR" sz="2800" dirty="0"/>
          </a:p>
          <a:p>
            <a:pPr lvl="1" eaLnBrk="1" hangingPunct="1">
              <a:defRPr/>
            </a:pPr>
            <a:r>
              <a:rPr lang="en-US" altLang="fr-FR" sz="2800" dirty="0"/>
              <a:t>Kangyo</a:t>
            </a:r>
          </a:p>
          <a:p>
            <a:pPr lvl="1" eaLnBrk="1" hangingPunct="1">
              <a:defRPr/>
            </a:pPr>
            <a:r>
              <a:rPr lang="en-US" altLang="fr-FR" sz="2800" dirty="0"/>
              <a:t>Sanwa</a:t>
            </a:r>
          </a:p>
        </p:txBody>
      </p:sp>
    </p:spTree>
    <p:extLst>
      <p:ext uri="{BB962C8B-B14F-4D97-AF65-F5344CB8AC3E}">
        <p14:creationId xmlns:p14="http://schemas.microsoft.com/office/powerpoint/2010/main" val="224731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111"/>
    </mc:Choice>
    <mc:Fallback xmlns="">
      <p:transition spd="slow" advTm="4611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44514"/>
            <a:ext cx="8229600" cy="60642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fr-FR" sz="3600" b="1" dirty="0">
                <a:solidFill>
                  <a:srgbClr val="FF0000"/>
                </a:solidFill>
              </a:rPr>
              <a:t>Japanese Banking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292225"/>
            <a:ext cx="10515600" cy="1973489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altLang="fr-FR" dirty="0"/>
              <a:t>Each “group” has its bank which handles its finances. This “main” bank provides a main function: credit for member firms.</a:t>
            </a:r>
          </a:p>
          <a:p>
            <a:pPr eaLnBrk="1" hangingPunct="1">
              <a:defRPr/>
            </a:pPr>
            <a:r>
              <a:rPr lang="en-US" altLang="fr-FR" dirty="0"/>
              <a:t>Their secondary role is:</a:t>
            </a:r>
          </a:p>
          <a:p>
            <a:pPr lvl="1" eaLnBrk="1" hangingPunct="1">
              <a:defRPr/>
            </a:pPr>
            <a:r>
              <a:rPr lang="en-US" altLang="fr-FR" b="1" dirty="0"/>
              <a:t>Owning</a:t>
            </a:r>
            <a:r>
              <a:rPr lang="en-US" altLang="fr-FR" dirty="0"/>
              <a:t> equity in member firms</a:t>
            </a:r>
          </a:p>
          <a:p>
            <a:pPr lvl="1" eaLnBrk="1" hangingPunct="1">
              <a:defRPr/>
            </a:pPr>
            <a:r>
              <a:rPr lang="en-US" altLang="fr-FR" b="1" dirty="0"/>
              <a:t>Monitoring</a:t>
            </a:r>
            <a:r>
              <a:rPr lang="en-US" altLang="fr-FR" dirty="0"/>
              <a:t> member firms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38410F6-E6EB-FC41-794C-003C42054167}"/>
              </a:ext>
            </a:extLst>
          </p:cNvPr>
          <p:cNvSpPr txBox="1"/>
          <p:nvPr/>
        </p:nvSpPr>
        <p:spPr>
          <a:xfrm>
            <a:off x="587828" y="3292934"/>
            <a:ext cx="91875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The </a:t>
            </a:r>
            <a:r>
              <a:rPr lang="fr-FR" sz="3200" dirty="0" err="1"/>
              <a:t>same</a:t>
            </a:r>
            <a:r>
              <a:rPr lang="fr-FR" sz="3200" dirty="0"/>
              <a:t> </a:t>
            </a:r>
            <a:r>
              <a:rPr lang="fr-FR" sz="3200" dirty="0" err="1"/>
              <a:t>thing</a:t>
            </a:r>
            <a:r>
              <a:rPr lang="fr-FR" sz="3200" dirty="0"/>
              <a:t> </a:t>
            </a:r>
            <a:r>
              <a:rPr lang="fr-FR" sz="3200" dirty="0" err="1"/>
              <a:t>with</a:t>
            </a:r>
            <a:r>
              <a:rPr lang="fr-FR" sz="3200" dirty="0"/>
              <a:t> the </a:t>
            </a:r>
            <a:r>
              <a:rPr lang="fr-FR" sz="3200" dirty="0" err="1">
                <a:solidFill>
                  <a:srgbClr val="FF0000"/>
                </a:solidFill>
              </a:rPr>
              <a:t>Korean</a:t>
            </a:r>
            <a:r>
              <a:rPr lang="fr-FR" sz="3200" dirty="0">
                <a:solidFill>
                  <a:srgbClr val="FF0000"/>
                </a:solidFill>
              </a:rPr>
              <a:t> </a:t>
            </a:r>
            <a:r>
              <a:rPr lang="fr-FR" sz="3200" dirty="0" err="1">
                <a:solidFill>
                  <a:srgbClr val="FF0000"/>
                </a:solidFill>
              </a:rPr>
              <a:t>banks</a:t>
            </a:r>
            <a:r>
              <a:rPr lang="fr-FR" sz="3200" dirty="0">
                <a:solidFill>
                  <a:srgbClr val="FF0000"/>
                </a:solidFill>
              </a:rPr>
              <a:t> </a:t>
            </a:r>
            <a:r>
              <a:rPr lang="fr-FR" sz="3200" dirty="0"/>
              <a:t>and </a:t>
            </a:r>
            <a:r>
              <a:rPr lang="fr-FR" sz="3200" dirty="0" err="1"/>
              <a:t>their</a:t>
            </a:r>
            <a:r>
              <a:rPr lang="fr-FR" sz="3200" dirty="0"/>
              <a:t> Chaebols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0A6D3D7-2ABC-61FE-3DD9-54F7B861070D}"/>
              </a:ext>
            </a:extLst>
          </p:cNvPr>
          <p:cNvSpPr txBox="1"/>
          <p:nvPr/>
        </p:nvSpPr>
        <p:spPr>
          <a:xfrm>
            <a:off x="718457" y="4497604"/>
            <a:ext cx="1051559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 chaebol </a:t>
            </a:r>
            <a:r>
              <a:rPr lang="en-US" sz="2800" dirty="0"/>
              <a:t>is a conglomerate of South Korean family businesses. They practice cross-shareholding and therefore hold shares of their own shareholders. Big names in the industry like </a:t>
            </a:r>
            <a:r>
              <a:rPr lang="en-US" sz="2800" b="1" dirty="0"/>
              <a:t>Samsung, Hyundai and LG</a:t>
            </a:r>
            <a:r>
              <a:rPr lang="en-US" sz="2800" dirty="0"/>
              <a:t>.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319265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764"/>
    </mc:Choice>
    <mc:Fallback xmlns="">
      <p:transition spd="slow" advTm="2676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232353"/>
            <a:ext cx="10515600" cy="132556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fr-FR" sz="4000" b="1" dirty="0">
                <a:solidFill>
                  <a:srgbClr val="FF0000"/>
                </a:solidFill>
              </a:rPr>
              <a:t>Bank For International Settlements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557916"/>
            <a:ext cx="10515600" cy="4351338"/>
          </a:xfrm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US" altLang="fr-FR" sz="3200" dirty="0"/>
              <a:t>Established in 1930 to manage German WWI reparations.</a:t>
            </a:r>
          </a:p>
          <a:p>
            <a:pPr algn="just" eaLnBrk="1" hangingPunct="1">
              <a:defRPr/>
            </a:pPr>
            <a:r>
              <a:rPr lang="en-US" altLang="fr-FR" sz="3200" dirty="0"/>
              <a:t>The BIS is the center for international cooperation. </a:t>
            </a:r>
            <a:r>
              <a:rPr lang="en-US" altLang="fr-FR" dirty="0"/>
              <a:t>Played a central role in :</a:t>
            </a:r>
          </a:p>
          <a:p>
            <a:pPr algn="just" eaLnBrk="1" hangingPunct="1">
              <a:buFontTx/>
              <a:buChar char="-"/>
              <a:defRPr/>
            </a:pPr>
            <a:r>
              <a:rPr lang="en-US" altLang="fr-FR" dirty="0"/>
              <a:t>the Bretton Woods Exchange Rate </a:t>
            </a:r>
          </a:p>
          <a:p>
            <a:pPr algn="just" eaLnBrk="1" hangingPunct="1">
              <a:buFontTx/>
              <a:buChar char="-"/>
              <a:defRPr/>
            </a:pPr>
            <a:r>
              <a:rPr lang="en-US" altLang="fr-FR" dirty="0"/>
              <a:t>the Establishment of the Euro</a:t>
            </a:r>
          </a:p>
          <a:p>
            <a:pPr eaLnBrk="1" hangingPunct="1">
              <a:defRPr/>
            </a:pPr>
            <a:r>
              <a:rPr lang="en-US" altLang="fr-FR" sz="3200" dirty="0"/>
              <a:t>The BIS is like a central bank for </a:t>
            </a:r>
            <a:r>
              <a:rPr lang="en-US" altLang="fr-FR" sz="3200"/>
              <a:t>all other central </a:t>
            </a:r>
            <a:r>
              <a:rPr lang="en-US" altLang="fr-FR" sz="3200" dirty="0"/>
              <a:t>banks.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F402F84-995A-BFC2-CD40-DC342E1DE882}"/>
              </a:ext>
            </a:extLst>
          </p:cNvPr>
          <p:cNvSpPr txBox="1"/>
          <p:nvPr/>
        </p:nvSpPr>
        <p:spPr>
          <a:xfrm>
            <a:off x="1730829" y="413657"/>
            <a:ext cx="876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 err="1"/>
              <a:t>Some</a:t>
            </a:r>
            <a:r>
              <a:rPr lang="fr-FR" sz="3600" dirty="0"/>
              <a:t> International Police Forces</a:t>
            </a:r>
          </a:p>
        </p:txBody>
      </p:sp>
    </p:spTree>
    <p:extLst>
      <p:ext uri="{BB962C8B-B14F-4D97-AF65-F5344CB8AC3E}">
        <p14:creationId xmlns:p14="http://schemas.microsoft.com/office/powerpoint/2010/main" val="338079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034"/>
    </mc:Choice>
    <mc:Fallback xmlns="">
      <p:transition spd="slow" advTm="62034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44514"/>
            <a:ext cx="8229600" cy="60642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fr-FR" b="1" dirty="0">
                <a:solidFill>
                  <a:srgbClr val="FF0000"/>
                </a:solidFill>
              </a:rPr>
              <a:t>Basle Accords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US" altLang="fr-FR" sz="3600" dirty="0"/>
              <a:t>In 1988-2023, the G-10 countries established uniform worldwide standards for:</a:t>
            </a:r>
          </a:p>
          <a:p>
            <a:pPr lvl="1" eaLnBrk="1" hangingPunct="1">
              <a:defRPr/>
            </a:pPr>
            <a:r>
              <a:rPr lang="en-US" altLang="fr-FR" sz="3200" dirty="0"/>
              <a:t>Capital Requirements</a:t>
            </a:r>
          </a:p>
          <a:p>
            <a:pPr lvl="1" eaLnBrk="1" hangingPunct="1">
              <a:defRPr/>
            </a:pPr>
            <a:r>
              <a:rPr lang="en-US" altLang="fr-FR" sz="3200" dirty="0"/>
              <a:t>Off Balance Sheet Assessments</a:t>
            </a:r>
          </a:p>
          <a:p>
            <a:pPr lvl="1" eaLnBrk="1" hangingPunct="1">
              <a:defRPr/>
            </a:pPr>
            <a:r>
              <a:rPr lang="en-US" altLang="fr-FR" sz="3200" dirty="0"/>
              <a:t>Risk Weighting</a:t>
            </a:r>
          </a:p>
          <a:p>
            <a:pPr lvl="1" eaLnBrk="1" hangingPunct="1">
              <a:defRPr/>
            </a:pPr>
            <a:r>
              <a:rPr lang="en-US" altLang="fr-FR" sz="3200" dirty="0"/>
              <a:t>Interest rate sensitivity</a:t>
            </a:r>
          </a:p>
        </p:txBody>
      </p:sp>
    </p:spTree>
    <p:extLst>
      <p:ext uri="{BB962C8B-B14F-4D97-AF65-F5344CB8AC3E}">
        <p14:creationId xmlns:p14="http://schemas.microsoft.com/office/powerpoint/2010/main" val="147376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959"/>
    </mc:Choice>
    <mc:Fallback xmlns="">
      <p:transition spd="slow" advTm="24959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12C060-C8D5-DF3E-1325-D62B1B665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Top 15 World Banks 2025: Close to 60 trillion USD: </a:t>
            </a: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Systemic size ? </a:t>
            </a:r>
            <a:br>
              <a:rPr lang="en-US" sz="2400" b="1" dirty="0">
                <a:highlight>
                  <a:srgbClr val="FFFF00"/>
                </a:highlight>
              </a:rPr>
            </a:br>
            <a:r>
              <a:rPr lang="en-US" sz="2400" b="1" dirty="0">
                <a:solidFill>
                  <a:srgbClr val="FF0000"/>
                </a:solidFill>
              </a:rPr>
              <a:t>GWP (gross world product) was around 100 trillion USD</a:t>
            </a:r>
            <a:endParaRPr lang="fr-FR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085F7455-7BBD-AC21-A72D-99C440C94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031554"/>
              </p:ext>
            </p:extLst>
          </p:nvPr>
        </p:nvGraphicFramePr>
        <p:xfrm>
          <a:off x="413657" y="943881"/>
          <a:ext cx="11538856" cy="5793145"/>
        </p:xfrm>
        <a:graphic>
          <a:graphicData uri="http://schemas.openxmlformats.org/drawingml/2006/table">
            <a:tbl>
              <a:tblPr/>
              <a:tblGrid>
                <a:gridCol w="859971">
                  <a:extLst>
                    <a:ext uri="{9D8B030D-6E8A-4147-A177-3AD203B41FA5}">
                      <a16:colId xmlns:a16="http://schemas.microsoft.com/office/drawing/2014/main" val="3626645777"/>
                    </a:ext>
                  </a:extLst>
                </a:gridCol>
                <a:gridCol w="4909457">
                  <a:extLst>
                    <a:ext uri="{9D8B030D-6E8A-4147-A177-3AD203B41FA5}">
                      <a16:colId xmlns:a16="http://schemas.microsoft.com/office/drawing/2014/main" val="3955521600"/>
                    </a:ext>
                  </a:extLst>
                </a:gridCol>
                <a:gridCol w="2884714">
                  <a:extLst>
                    <a:ext uri="{9D8B030D-6E8A-4147-A177-3AD203B41FA5}">
                      <a16:colId xmlns:a16="http://schemas.microsoft.com/office/drawing/2014/main" val="3659853436"/>
                    </a:ext>
                  </a:extLst>
                </a:gridCol>
                <a:gridCol w="2884714">
                  <a:extLst>
                    <a:ext uri="{9D8B030D-6E8A-4147-A177-3AD203B41FA5}">
                      <a16:colId xmlns:a16="http://schemas.microsoft.com/office/drawing/2014/main" val="1307951922"/>
                    </a:ext>
                  </a:extLst>
                </a:gridCol>
              </a:tblGrid>
              <a:tr h="22572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endParaRPr lang="fr-FR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Bank Name</a:t>
                      </a:r>
                      <a:endParaRPr lang="fr-FR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Country</a:t>
                      </a:r>
                      <a:endParaRPr lang="fr-FR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Total Assets</a:t>
                      </a:r>
                      <a:endParaRPr lang="fr-FR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930734"/>
                  </a:ext>
                </a:extLst>
              </a:tr>
              <a:tr h="39705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Industrial &amp; Commercial Bank of China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China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7,645.80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969411"/>
                  </a:ext>
                </a:extLst>
              </a:tr>
              <a:tr h="22572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Agricultural Bank of China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China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6,974.82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971148"/>
                  </a:ext>
                </a:extLst>
              </a:tr>
              <a:tr h="22572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China Construction Bank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China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6,524.05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285668"/>
                  </a:ext>
                </a:extLst>
              </a:tr>
              <a:tr h="22572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Bank of China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China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5,484.11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346715"/>
                  </a:ext>
                </a:extLst>
              </a:tr>
              <a:tr h="22572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JPMorgan</a:t>
                      </a:r>
                      <a:r>
                        <a:rPr lang="fr-FR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Chase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United States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4,424.90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630490"/>
                  </a:ext>
                </a:extLst>
              </a:tr>
              <a:tr h="22572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Bank of America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United States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3,411.74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3828386"/>
                  </a:ext>
                </a:extLst>
              </a:tr>
              <a:tr h="22572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BNP Paribas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France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3,279.30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18825"/>
                  </a:ext>
                </a:extLst>
              </a:tr>
              <a:tr h="22572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HSBC Holdings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United Kingdom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3,212.35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282533"/>
                  </a:ext>
                </a:extLst>
              </a:tr>
              <a:tr h="22572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Crédit Agricole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France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3,148.91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536678"/>
                  </a:ext>
                </a:extLst>
              </a:tr>
              <a:tr h="39705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Postal Savings Bank of China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China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2,671.00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980068"/>
                  </a:ext>
                </a:extLst>
              </a:tr>
              <a:tr h="39705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Mitsubishi UFJ Financial Group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Japan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2,666.71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596955"/>
                  </a:ext>
                </a:extLst>
              </a:tr>
              <a:tr h="22572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Citigroup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United States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2,622.20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936884"/>
                  </a:ext>
                </a:extLst>
              </a:tr>
              <a:tr h="22572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Banco Santander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Spain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2,251.97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253734"/>
                  </a:ext>
                </a:extLst>
              </a:tr>
              <a:tr h="22572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14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Bank of Communications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China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2,222.98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877238"/>
                  </a:ext>
                </a:extLst>
              </a:tr>
              <a:tr h="22572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Wells Fargo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United States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2,148.63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6799778"/>
                  </a:ext>
                </a:extLst>
              </a:tr>
              <a:tr h="22572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—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CUMULATIVE TOTAL</a:t>
                      </a:r>
                      <a:endParaRPr lang="fr-FR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—</a:t>
                      </a: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fr-FR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58,689.47</a:t>
                      </a:r>
                      <a:endParaRPr lang="fr-FR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794" marR="40794" marT="27196" marB="27196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193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0999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443CD7C-8524-4170-399A-BAE4004A4CAB}"/>
              </a:ext>
            </a:extLst>
          </p:cNvPr>
          <p:cNvSpPr txBox="1"/>
          <p:nvPr/>
        </p:nvSpPr>
        <p:spPr>
          <a:xfrm>
            <a:off x="2182761" y="1681316"/>
            <a:ext cx="7177549" cy="92333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5400" dirty="0">
                <a:solidFill>
                  <a:schemeClr val="accent3">
                    <a:lumMod val="20000"/>
                    <a:lumOff val="8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WOOCLAP</a:t>
            </a:r>
            <a:endParaRPr lang="en-US" sz="54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E00F445-03FA-18A5-8B04-C66910603C2A}"/>
              </a:ext>
            </a:extLst>
          </p:cNvPr>
          <p:cNvSpPr txBox="1"/>
          <p:nvPr/>
        </p:nvSpPr>
        <p:spPr>
          <a:xfrm>
            <a:off x="4581832" y="3342968"/>
            <a:ext cx="2871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13 to 24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70444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1">
            <a:extLst>
              <a:ext uri="{FF2B5EF4-FFF2-40B4-BE49-F238E27FC236}">
                <a16:creationId xmlns:a16="http://schemas.microsoft.com/office/drawing/2014/main" id="{447FDB30-D11B-A246-995F-5880EEE34F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6712D9-35C7-CD43-B6EF-007822D763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74C19C4-C7B5-7B43-BEAE-62694347FF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5150298"/>
      </p:ext>
    </p:extLst>
  </p:cSld>
  <p:clrMapOvr>
    <a:masterClrMapping/>
  </p:clrMapOvr>
</p:sld>
</file>

<file path=ppt/theme/theme1.xml><?xml version="1.0" encoding="utf-8"?>
<a:theme xmlns:a="http://schemas.openxmlformats.org/drawingml/2006/main" name="Vide">
  <a:themeElements>
    <a:clrScheme name="SKEMA">
      <a:dk1>
        <a:srgbClr val="000000"/>
      </a:dk1>
      <a:lt1>
        <a:srgbClr val="FFFFFF"/>
      </a:lt1>
      <a:dk2>
        <a:srgbClr val="4B4B4B"/>
      </a:dk2>
      <a:lt2>
        <a:srgbClr val="D0D0D0"/>
      </a:lt2>
      <a:accent1>
        <a:srgbClr val="E7433C"/>
      </a:accent1>
      <a:accent2>
        <a:srgbClr val="B8012C"/>
      </a:accent2>
      <a:accent3>
        <a:srgbClr val="717171"/>
      </a:accent3>
      <a:accent4>
        <a:srgbClr val="D0D0D0"/>
      </a:accent4>
      <a:accent5>
        <a:srgbClr val="ECECEC"/>
      </a:accent5>
      <a:accent6>
        <a:srgbClr val="F2F2F2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B840D79EA6084886107994ED90AC08" ma:contentTypeVersion="3" ma:contentTypeDescription="Crée un document." ma:contentTypeScope="" ma:versionID="636621b21d2bc364394017f6f5d5eb80">
  <xsd:schema xmlns:xsd="http://www.w3.org/2001/XMLSchema" xmlns:xs="http://www.w3.org/2001/XMLSchema" xmlns:p="http://schemas.microsoft.com/office/2006/metadata/properties" xmlns:ns1="http://schemas.microsoft.com/sharepoint/v3" xmlns:ns2="http://schemas.microsoft.com/sharepoint/v4" targetNamespace="http://schemas.microsoft.com/office/2006/metadata/properties" ma:root="true" ma:fieldsID="9b6bb42571ed0aa671dd218a848d4923" ns1:_="" ns2:_="">
    <xsd:import namespace="http://schemas.microsoft.com/sharepoint/v3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Date de début de planification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Date de fin de planification" ma:description="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0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45862793-0812-4FC1-B8F2-7D3D42A6914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01F14C-5C16-44C0-A970-E39FC230EC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9756C6-EF6F-42DA-A2C5-C2C473DCED70}">
  <ds:schemaRefs>
    <ds:schemaRef ds:uri="http://schemas.microsoft.com/sharepoint/v3"/>
    <ds:schemaRef ds:uri="http://purl.org/dc/terms/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http://schemas.microsoft.com/sharepoint/v4"/>
    <ds:schemaRef ds:uri="http://schemas.microsoft.com/office/infopath/2007/PartnerControls"/>
    <ds:schemaRef ds:uri="http://schemas.openxmlformats.org/package/2006/metadata/core-properties"/>
  </ds:schemaRefs>
</ds:datastoreItem>
</file>

<file path=docMetadata/LabelInfo.xml><?xml version="1.0" encoding="utf-8"?>
<clbl:labelList xmlns:clbl="http://schemas.microsoft.com/office/2020/mipLabelMetadata">
  <clbl:label id="{9860db96-b53f-4bd7-8137-e09357cab268}" enabled="1" method="Standard" siteId="{b78d03e6-f6a2-4cff-83be-847d1a6453f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1300</TotalTime>
  <Words>745</Words>
  <Application>Microsoft Office PowerPoint</Application>
  <PresentationFormat>Grand écran</PresentationFormat>
  <Paragraphs>152</Paragraphs>
  <Slides>16</Slides>
  <Notes>2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16</vt:i4>
      </vt:variant>
    </vt:vector>
  </HeadingPairs>
  <TitlesOfParts>
    <vt:vector size="18" baseType="lpstr">
      <vt:lpstr>Vide</vt:lpstr>
      <vt:lpstr>Thème Office</vt:lpstr>
      <vt:lpstr>Présentation PowerPoint</vt:lpstr>
      <vt:lpstr>Banking Supervision: why ?</vt:lpstr>
      <vt:lpstr>Présentation PowerPoint</vt:lpstr>
      <vt:lpstr>Présentation PowerPoint</vt:lpstr>
      <vt:lpstr>Regulating International Banking</vt:lpstr>
      <vt:lpstr>Problems with International Regulation</vt:lpstr>
      <vt:lpstr>Présentation PowerPoint</vt:lpstr>
      <vt:lpstr>Présentation PowerPoint</vt:lpstr>
      <vt:lpstr>European Banking</vt:lpstr>
      <vt:lpstr>Japanese Banking</vt:lpstr>
      <vt:lpstr>Japanese Banking</vt:lpstr>
      <vt:lpstr>Bank For International Settlements</vt:lpstr>
      <vt:lpstr>Basle Accords</vt:lpstr>
      <vt:lpstr>Top 15 World Banks 2025: Close to 60 trillion USD: Systemic size ?  GWP (gross world product) was around 100 trillion USD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Microsoft Office</dc:creator>
  <cp:lastModifiedBy>SAIDANE Dhafer</cp:lastModifiedBy>
  <cp:revision>139</cp:revision>
  <dcterms:created xsi:type="dcterms:W3CDTF">2018-11-25T20:50:01Z</dcterms:created>
  <dcterms:modified xsi:type="dcterms:W3CDTF">2026-08-25T15:51:47Z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0x0101009AB840D79EA6084886107994ED90AC08</vt:lpwstr>
  </property>
</Properties>
</file>